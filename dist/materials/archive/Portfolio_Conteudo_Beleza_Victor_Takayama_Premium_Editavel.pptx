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rgbClr val="ECE0D4"/>
          </a:solidFill>
          <a:ln w="12700">
            <a:solidFill>
              <a:srgbClr val="ECE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0"/>
            <a:ext cx="54864" cy="6858000"/>
          </a:xfrm>
          <a:prstGeom prst="rect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77824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534924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5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Conteúdo digital para negócios de beleza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76656" y="2395728"/>
            <a:ext cx="4754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Posts, legendas e roteiros para deixar o perfil mais profissional, ativo e pronto para gerar conversas de agendamento.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3246120"/>
            <a:ext cx="3749040" cy="310896"/>
          </a:xfrm>
          <a:prstGeom prst="roundRect">
            <a:avLst>
              <a:gd name="adj" fmla="val 17647"/>
            </a:avLst>
          </a:prstGeom>
          <a:solidFill>
            <a:srgbClr val="2E2522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319272"/>
            <a:ext cx="3566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teste: primeira versão em até 24h após o briefing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676656" y="5321808"/>
            <a:ext cx="3840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76656" y="5596128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WhatsApp: (11) 95858-5228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777240"/>
            <a:ext cx="1920240" cy="4160520"/>
          </a:xfrm>
          <a:prstGeom prst="roundRect">
            <a:avLst>
              <a:gd name="adj" fmla="val 6190"/>
            </a:avLst>
          </a:prstGeom>
          <a:solidFill>
            <a:srgbClr val="FFFDF9"/>
          </a:solidFill>
          <a:ln w="15240">
            <a:solidFill>
              <a:srgbClr val="CFC1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841248"/>
            <a:ext cx="1792224" cy="4032504"/>
          </a:xfrm>
          <a:prstGeom prst="roundRect">
            <a:avLst>
              <a:gd name="adj" fmla="val 5102"/>
            </a:avLst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1024128"/>
            <a:ext cx="15179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Aurora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7516368" y="1261872"/>
            <a:ext cx="15179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8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estética facial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7516368" y="1600200"/>
            <a:ext cx="451104" cy="451104"/>
          </a:xfrm>
          <a:prstGeom prst="rect">
            <a:avLst/>
          </a:prstGeom>
          <a:solidFill>
            <a:srgbClr val="EAD7C4"/>
          </a:solidFill>
          <a:ln w="12700">
            <a:solidFill>
              <a:srgbClr val="EAD7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2336" y="1600200"/>
            <a:ext cx="451104" cy="451104"/>
          </a:xfrm>
          <a:prstGeom prst="rect">
            <a:avLst/>
          </a:prstGeom>
          <a:solidFill>
            <a:srgbClr val="DDB6A8"/>
          </a:solidFill>
          <a:ln w="12700">
            <a:solidFill>
              <a:srgbClr val="DDB6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8304" y="1600200"/>
            <a:ext cx="451104" cy="451104"/>
          </a:xfrm>
          <a:prstGeom prst="rect">
            <a:avLst/>
          </a:prstGeom>
          <a:solidFill>
            <a:srgbClr val="F5E8DA"/>
          </a:solidFill>
          <a:ln w="12700">
            <a:solidFill>
              <a:srgbClr val="F5E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106168"/>
            <a:ext cx="451104" cy="451104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336" y="2106168"/>
            <a:ext cx="451104" cy="451104"/>
          </a:xfrm>
          <a:prstGeom prst="rect">
            <a:avLst/>
          </a:prstGeom>
          <a:solidFill>
            <a:srgbClr val="EAD7C4"/>
          </a:solidFill>
          <a:ln w="12700">
            <a:solidFill>
              <a:srgbClr val="EAD7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8304" y="2106168"/>
            <a:ext cx="451104" cy="451104"/>
          </a:xfrm>
          <a:prstGeom prst="rect">
            <a:avLst/>
          </a:prstGeom>
          <a:solidFill>
            <a:srgbClr val="DDB6A8"/>
          </a:solidFill>
          <a:ln w="12700">
            <a:solidFill>
              <a:srgbClr val="DDB6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612136"/>
            <a:ext cx="451104" cy="451104"/>
          </a:xfrm>
          <a:prstGeom prst="rect">
            <a:avLst/>
          </a:prstGeom>
          <a:solidFill>
            <a:srgbClr val="F5E8DA"/>
          </a:solidFill>
          <a:ln w="12700">
            <a:solidFill>
              <a:srgbClr val="F5E8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2336" y="2612136"/>
            <a:ext cx="451104" cy="451104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28304" y="2612136"/>
            <a:ext cx="451104" cy="451104"/>
          </a:xfrm>
          <a:prstGeom prst="rect">
            <a:avLst/>
          </a:prstGeom>
          <a:solidFill>
            <a:srgbClr val="EAD7C4"/>
          </a:solidFill>
          <a:ln w="12700">
            <a:solidFill>
              <a:srgbClr val="EAD7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4553712"/>
            <a:ext cx="15179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6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organizado + chamadas para agendamento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9555480" y="932688"/>
            <a:ext cx="1682496" cy="1682496"/>
          </a:xfrm>
          <a:prstGeom prst="roundRect">
            <a:avLst>
              <a:gd name="adj" fmla="val 4348"/>
            </a:avLst>
          </a:prstGeom>
          <a:solidFill>
            <a:srgbClr val="F8F1EA"/>
          </a:solidFill>
          <a:ln w="10160">
            <a:solidFill>
              <a:srgbClr val="E5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0072" y="1097280"/>
            <a:ext cx="1353312" cy="1353312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02952" y="1499616"/>
            <a:ext cx="987552" cy="0"/>
          </a:xfrm>
          <a:prstGeom prst="line">
            <a:avLst/>
          </a:prstGeom>
          <a:noFill/>
          <a:ln w="12700">
            <a:solidFill>
              <a:srgbClr val="B489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1225296"/>
            <a:ext cx="1042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SKIN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966960" y="1618488"/>
            <a:ext cx="8595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350" b="1" dirty="0">
                <a:solidFill>
                  <a:srgbClr val="2E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calma, rotina leve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66960" y="2048256"/>
            <a:ext cx="8595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Agende pelo WhatsApp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9939528" y="2377440"/>
            <a:ext cx="914400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28803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5F6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10928" y="3008376"/>
            <a:ext cx="530352" cy="530352"/>
          </a:xfrm>
          <a:prstGeom prst="ellipse">
            <a:avLst/>
          </a:prstGeom>
          <a:solidFill>
            <a:srgbClr val="A4D6C0"/>
          </a:solidFill>
          <a:ln w="12700">
            <a:solidFill>
              <a:srgbClr val="A4D6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2288" y="3502152"/>
            <a:ext cx="658368" cy="658368"/>
          </a:xfrm>
          <a:prstGeom prst="ellipse">
            <a:avLst/>
          </a:prstGeom>
          <a:solidFill>
            <a:srgbClr val="F6D782"/>
          </a:solidFill>
          <a:ln w="12700">
            <a:solidFill>
              <a:srgbClr val="F6D7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3728" y="3108960"/>
            <a:ext cx="1060704" cy="109728"/>
          </a:xfrm>
          <a:prstGeom prst="rect">
            <a:avLst/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5168" y="3383280"/>
            <a:ext cx="8778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78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9363456" y="3666744"/>
            <a:ext cx="84124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550" b="1" dirty="0">
                <a:solidFill>
                  <a:srgbClr val="3322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da semana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9464040" y="3858768"/>
            <a:ext cx="640080" cy="310896"/>
          </a:xfrm>
          <a:prstGeom prst="roundRect">
            <a:avLst>
              <a:gd name="adj" fmla="val 17647"/>
            </a:avLst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55480" y="393192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horários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10287000" y="4315968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4EFE7"/>
          </a:solidFill>
          <a:ln w="10160">
            <a:solidFill>
              <a:srgbClr val="4038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33304" y="4462272"/>
            <a:ext cx="1033272" cy="1033272"/>
          </a:xfrm>
          <a:prstGeom prst="rect">
            <a:avLst/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71048" y="4700016"/>
            <a:ext cx="557784" cy="36576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71048" y="4882896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10607040" y="5175504"/>
            <a:ext cx="685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Sobrancelhas com presença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10652760" y="5184648"/>
            <a:ext cx="594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abertas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pacote resolve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Muitos perfis têm bons serviços, mas passam uma imagem inconsistente. O pacote organiza a apresentação, clareia a oferta e cria conteúdo pronto para publicar.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49808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3246120"/>
            <a:ext cx="749808" cy="749808"/>
          </a:xfrm>
          <a:prstGeom prst="rect">
            <a:avLst/>
          </a:prstGeom>
          <a:solidFill>
            <a:srgbClr val="D8D8D8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3624" y="3246120"/>
            <a:ext cx="749808" cy="749808"/>
          </a:xfrm>
          <a:prstGeom prst="rect">
            <a:avLst/>
          </a:prstGeom>
          <a:solidFill>
            <a:srgbClr val="C9C9C9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246120"/>
            <a:ext cx="749808" cy="749808"/>
          </a:xfrm>
          <a:prstGeom prst="rect">
            <a:avLst/>
          </a:prstGeom>
          <a:solidFill>
            <a:srgbClr val="E1D1C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4059936"/>
            <a:ext cx="749808" cy="749808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4059936"/>
            <a:ext cx="749808" cy="749808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4059936"/>
            <a:ext cx="749808" cy="749808"/>
          </a:xfrm>
          <a:prstGeom prst="rect">
            <a:avLst/>
          </a:prstGeom>
          <a:solidFill>
            <a:srgbClr val="00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3200400"/>
            <a:ext cx="146304" cy="146304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22966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20" dirty="0"/>
          </a:p>
        </p:txBody>
      </p:sp>
      <p:sp>
        <p:nvSpPr>
          <p:cNvPr id="16" name="Text 14"/>
          <p:cNvSpPr/>
          <p:nvPr/>
        </p:nvSpPr>
        <p:spPr>
          <a:xfrm>
            <a:off x="3730752" y="3182112"/>
            <a:ext cx="2212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sem padrão visual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611880"/>
            <a:ext cx="146304" cy="146304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364114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3730752" y="3593592"/>
            <a:ext cx="2212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Legendas sem chamada clara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4023360"/>
            <a:ext cx="146304" cy="146304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405262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20" dirty="0"/>
          </a:p>
        </p:txBody>
      </p:sp>
      <p:sp>
        <p:nvSpPr>
          <p:cNvPr id="22" name="Text 20"/>
          <p:cNvSpPr/>
          <p:nvPr/>
        </p:nvSpPr>
        <p:spPr>
          <a:xfrm>
            <a:off x="3730752" y="4005072"/>
            <a:ext cx="2212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Pouca previsibilidade para publicar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788920"/>
            <a:ext cx="0" cy="2697480"/>
          </a:xfrm>
          <a:prstGeom prst="line">
            <a:avLst/>
          </a:prstGeom>
          <a:noFill/>
          <a:ln w="12700">
            <a:solidFill>
              <a:srgbClr val="D6C7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637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182112"/>
            <a:ext cx="1417320" cy="2240280"/>
          </a:xfrm>
          <a:prstGeom prst="roundRect">
            <a:avLst>
              <a:gd name="adj" fmla="val 8387"/>
            </a:avLst>
          </a:prstGeom>
          <a:solidFill>
            <a:srgbClr val="FFFDF9"/>
          </a:solidFill>
          <a:ln w="15240">
            <a:solidFill>
              <a:srgbClr val="CFC1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3408" y="3246120"/>
            <a:ext cx="1289304" cy="2112264"/>
          </a:xfrm>
          <a:prstGeom prst="roundRect">
            <a:avLst>
              <a:gd name="adj" fmla="val 7092"/>
            </a:avLst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3429000"/>
            <a:ext cx="10149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830568" y="3666744"/>
            <a:ext cx="10149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8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ativo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6830568" y="4005072"/>
            <a:ext cx="283464" cy="283464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68896" y="4005072"/>
            <a:ext cx="283464" cy="283464"/>
          </a:xfrm>
          <a:prstGeom prst="rect">
            <a:avLst/>
          </a:prstGeom>
          <a:solidFill>
            <a:srgbClr val="EAD7C4"/>
          </a:solidFill>
          <a:ln w="12700">
            <a:solidFill>
              <a:srgbClr val="EAD7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07224" y="4005072"/>
            <a:ext cx="28346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30568" y="4343400"/>
            <a:ext cx="283464" cy="283464"/>
          </a:xfrm>
          <a:prstGeom prst="rect">
            <a:avLst/>
          </a:prstGeom>
          <a:solidFill>
            <a:srgbClr val="DDB6A8"/>
          </a:solidFill>
          <a:ln w="12700">
            <a:solidFill>
              <a:srgbClr val="DDB6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4343400"/>
            <a:ext cx="283464" cy="283464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07224" y="4343400"/>
            <a:ext cx="283464" cy="283464"/>
          </a:xfrm>
          <a:prstGeom prst="rect">
            <a:avLst/>
          </a:prstGeom>
          <a:solidFill>
            <a:srgbClr val="EAD7C4"/>
          </a:solidFill>
          <a:ln w="12700">
            <a:solidFill>
              <a:srgbClr val="EAD7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0568" y="4681728"/>
            <a:ext cx="28346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4681728"/>
            <a:ext cx="283464" cy="283464"/>
          </a:xfrm>
          <a:prstGeom prst="rect">
            <a:avLst/>
          </a:prstGeom>
          <a:solidFill>
            <a:srgbClr val="DDB6A8"/>
          </a:solidFill>
          <a:ln w="12700">
            <a:solidFill>
              <a:srgbClr val="DDB6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07224" y="4681728"/>
            <a:ext cx="283464" cy="283464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5038344"/>
            <a:ext cx="10149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6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organizado + chamadas para agendamento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8458200" y="3200400"/>
            <a:ext cx="146304" cy="146304"/>
          </a:xfrm>
          <a:prstGeom prst="ellipse">
            <a:avLst/>
          </a:prstGeom>
          <a:solidFill>
            <a:srgbClr val="63705E"/>
          </a:solidFill>
          <a:ln w="12700">
            <a:solidFill>
              <a:srgbClr val="6370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322966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20" dirty="0"/>
          </a:p>
        </p:txBody>
      </p:sp>
      <p:sp>
        <p:nvSpPr>
          <p:cNvPr id="41" name="Text 39"/>
          <p:cNvSpPr/>
          <p:nvPr/>
        </p:nvSpPr>
        <p:spPr>
          <a:xfrm>
            <a:off x="8714232" y="3182112"/>
            <a:ext cx="25786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visual consistente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58200" y="3611880"/>
            <a:ext cx="146304" cy="146304"/>
          </a:xfrm>
          <a:prstGeom prst="ellipse">
            <a:avLst/>
          </a:prstGeom>
          <a:solidFill>
            <a:srgbClr val="63705E"/>
          </a:solidFill>
          <a:ln w="12700">
            <a:solidFill>
              <a:srgbClr val="6370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364114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20" dirty="0"/>
          </a:p>
        </p:txBody>
      </p:sp>
      <p:sp>
        <p:nvSpPr>
          <p:cNvPr id="44" name="Text 42"/>
          <p:cNvSpPr/>
          <p:nvPr/>
        </p:nvSpPr>
        <p:spPr>
          <a:xfrm>
            <a:off x="8714232" y="3593592"/>
            <a:ext cx="25786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Textos com objetivo por publicação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58200" y="4023360"/>
            <a:ext cx="146304" cy="146304"/>
          </a:xfrm>
          <a:prstGeom prst="ellipse">
            <a:avLst/>
          </a:prstGeom>
          <a:solidFill>
            <a:srgbClr val="63705E"/>
          </a:solidFill>
          <a:ln w="12700">
            <a:solidFill>
              <a:srgbClr val="6370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405262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20" dirty="0"/>
          </a:p>
        </p:txBody>
      </p:sp>
      <p:sp>
        <p:nvSpPr>
          <p:cNvPr id="47" name="Text 45"/>
          <p:cNvSpPr/>
          <p:nvPr/>
        </p:nvSpPr>
        <p:spPr>
          <a:xfrm>
            <a:off x="8714232" y="4005072"/>
            <a:ext cx="25786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planejada com posts e Reels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29400" y="5440680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promessa aqui não é milagre de vendas. É transformar um perfil improvisado em uma presença mais confiável e fácil de manter.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Pacote Conteúdo Express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pacote enxuto para sair do improviso e publicar com consistência durante a semana.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49808" y="2907792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72384"/>
            <a:ext cx="2926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 para Instagram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346704"/>
            <a:ext cx="16824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Feed, carrossel ou chamada de agenda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11296" y="2907792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3072384"/>
            <a:ext cx="2926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41648" y="3063240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legendas prontas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41648" y="3346704"/>
            <a:ext cx="16824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Textos adaptados aos serviços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4325112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89704"/>
            <a:ext cx="2926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80160" y="4480560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roteiros para Reels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764024"/>
            <a:ext cx="16824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Ideias estratégicas e fáceis de gravar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11296" y="4325112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4489704"/>
            <a:ext cx="2926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41648" y="4480560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de 7 dias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41648" y="4764024"/>
            <a:ext cx="16824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com objetivo claro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42632" y="2606040"/>
            <a:ext cx="3611880" cy="2542032"/>
          </a:xfrm>
          <a:prstGeom prst="roundRect">
            <a:avLst>
              <a:gd name="adj" fmla="val 3597"/>
            </a:avLst>
          </a:prstGeom>
          <a:solidFill>
            <a:srgbClr val="2E2522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2944368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1D1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LANÇAMENTO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644384" y="3246120"/>
            <a:ext cx="1554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R$ 147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81160" y="3255264"/>
            <a:ext cx="1143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7D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</a:t>
            </a:r>
            <a:endParaRPr lang="en-US" sz="10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7D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na entrega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53528" y="4050792"/>
            <a:ext cx="2651760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 em até 24h após o recebimento do briefing completo.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7653528" y="4773168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dirty="0">
                <a:solidFill>
                  <a:srgbClr val="D9CC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 uma rodada de ajustes e envio dos arquivos editáveis no Canva.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768096" y="5623560"/>
            <a:ext cx="5166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foco é entregar uma base profissional para iniciar conversas e manter o perfil ativo sem travar na criação.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Clínica Aura Pele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Direção visual sofisticada para estética facial, com tons claros, linguagem calma e chamadas para avaliação.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508760" cy="1508760"/>
          </a:xfrm>
          <a:prstGeom prst="roundRect">
            <a:avLst>
              <a:gd name="adj" fmla="val 4848"/>
            </a:avLst>
          </a:prstGeom>
          <a:solidFill>
            <a:srgbClr val="F8F1EA"/>
          </a:solidFill>
          <a:ln w="10160">
            <a:solidFill>
              <a:srgbClr val="E5D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907792"/>
            <a:ext cx="1179576" cy="1179576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310128"/>
            <a:ext cx="813816" cy="0"/>
          </a:xfrm>
          <a:prstGeom prst="line">
            <a:avLst/>
          </a:prstGeom>
          <a:noFill/>
          <a:ln w="12700">
            <a:solidFill>
              <a:srgbClr val="B489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035808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61288" y="3429000"/>
            <a:ext cx="6858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350" b="1" dirty="0">
                <a:solidFill>
                  <a:srgbClr val="2E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cuidada sem excesso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3685032"/>
            <a:ext cx="685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133856" y="4014216"/>
            <a:ext cx="740664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2743200"/>
            <a:ext cx="1508760" cy="1508760"/>
          </a:xfrm>
          <a:prstGeom prst="roundRect">
            <a:avLst>
              <a:gd name="adj" fmla="val 4848"/>
            </a:avLst>
          </a:prstGeom>
          <a:solidFill>
            <a:srgbClr val="F8F1EA"/>
          </a:solidFill>
          <a:ln w="10160">
            <a:solidFill>
              <a:srgbClr val="E5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5184" y="2907792"/>
            <a:ext cx="1179576" cy="1179576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3310128"/>
            <a:ext cx="813816" cy="0"/>
          </a:xfrm>
          <a:prstGeom prst="line">
            <a:avLst/>
          </a:prstGeom>
          <a:noFill/>
          <a:ln w="12700">
            <a:solidFill>
              <a:srgbClr val="B489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3035808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FACIAL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862072" y="3429000"/>
            <a:ext cx="6858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350" b="1" dirty="0">
                <a:solidFill>
                  <a:srgbClr val="2E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sinais de que sua pele pede atenção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862072" y="3685032"/>
            <a:ext cx="685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este post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834640" y="4014216"/>
            <a:ext cx="740664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51376" y="2743200"/>
            <a:ext cx="1508760" cy="1508760"/>
          </a:xfrm>
          <a:prstGeom prst="roundRect">
            <a:avLst>
              <a:gd name="adj" fmla="val 4848"/>
            </a:avLst>
          </a:prstGeom>
          <a:solidFill>
            <a:srgbClr val="F8F1EA"/>
          </a:solidFill>
          <a:ln w="10160">
            <a:solidFill>
              <a:srgbClr val="E5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2907792"/>
            <a:ext cx="1179576" cy="1179576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3310128"/>
            <a:ext cx="813816" cy="0"/>
          </a:xfrm>
          <a:prstGeom prst="line">
            <a:avLst/>
          </a:prstGeom>
          <a:noFill/>
          <a:ln w="12700">
            <a:solidFill>
              <a:srgbClr val="B489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1416" y="3035808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ATENDIMENTOS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562856" y="3429000"/>
            <a:ext cx="6858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350" b="1" dirty="0">
                <a:solidFill>
                  <a:srgbClr val="2E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da semana aberta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62856" y="3685032"/>
            <a:ext cx="685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chame no WhatsApp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4535424" y="4014216"/>
            <a:ext cx="740664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987552"/>
            <a:ext cx="3886200" cy="4526280"/>
          </a:xfrm>
          <a:prstGeom prst="roundRect">
            <a:avLst>
              <a:gd name="adj" fmla="val 2353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1353312"/>
            <a:ext cx="16459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educativo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22592" y="1719072"/>
            <a:ext cx="290779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dirty="0">
                <a:solidFill>
                  <a:srgbClr val="2E2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Limpeza de pele: quando faz sentido?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022592" y="2560320"/>
            <a:ext cx="28163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conteúdo que educa sem assustar, explica o benefício e termina com uma chamada leve para avaliação.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22592" y="3337560"/>
            <a:ext cx="3246120" cy="0"/>
          </a:xfrm>
          <a:prstGeom prst="line">
            <a:avLst/>
          </a:prstGeom>
          <a:noFill/>
          <a:ln w="12700">
            <a:solidFill>
              <a:srgbClr val="D6C7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5661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22592" y="3840480"/>
            <a:ext cx="31363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pele precisa de uma rotina complicada. Às vezes, o primeiro passo é entender o que está deixando a pele opaca, sensível ou irregular. Uma avaliação ajuda a escolher cuidados com mais segurança.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022592" y="4892040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4965192"/>
            <a:ext cx="2240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Agende sua avaliação pelo WhatsApp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Luna Nails Studio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mais jovem e comercial, com cores vibrantes, posts salváveis e estímulo à reserva de horários.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1691640" cy="3063240"/>
          </a:xfrm>
          <a:prstGeom prst="roundRect">
            <a:avLst>
              <a:gd name="adj" fmla="val 7027"/>
            </a:avLst>
          </a:prstGeom>
          <a:solidFill>
            <a:srgbClr val="FFFDF9"/>
          </a:solidFill>
          <a:ln w="15240">
            <a:solidFill>
              <a:srgbClr val="CFC1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606040"/>
            <a:ext cx="1563624" cy="2935224"/>
          </a:xfrm>
          <a:prstGeom prst="roundRect">
            <a:avLst>
              <a:gd name="adj" fmla="val 5848"/>
            </a:avLst>
          </a:prstGeom>
          <a:solidFill>
            <a:srgbClr val="FFF5F6"/>
          </a:solidFill>
          <a:ln w="12700">
            <a:solidFill>
              <a:srgbClr val="FFF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788920"/>
            <a:ext cx="12893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978408" y="3026664"/>
            <a:ext cx="1289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8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unhas e nail art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978408" y="3364992"/>
            <a:ext cx="374904" cy="374904"/>
          </a:xfrm>
          <a:prstGeom prst="rect">
            <a:avLst/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8176" y="3364992"/>
            <a:ext cx="374904" cy="374904"/>
          </a:xfrm>
          <a:prstGeom prst="rect">
            <a:avLst/>
          </a:prstGeom>
          <a:solidFill>
            <a:srgbClr val="A4D6C0"/>
          </a:solidFill>
          <a:ln w="12700">
            <a:solidFill>
              <a:srgbClr val="A4D6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7944" y="3364992"/>
            <a:ext cx="374904" cy="374904"/>
          </a:xfrm>
          <a:prstGeom prst="rect">
            <a:avLst/>
          </a:prstGeom>
          <a:solidFill>
            <a:srgbClr val="F6D782"/>
          </a:solidFill>
          <a:ln w="12700">
            <a:solidFill>
              <a:srgbClr val="F6D7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3794760"/>
            <a:ext cx="374904" cy="374904"/>
          </a:xfrm>
          <a:prstGeom prst="rect">
            <a:avLst/>
          </a:prstGeom>
          <a:solidFill>
            <a:srgbClr val="CDB5D9"/>
          </a:solidFill>
          <a:ln w="12700">
            <a:solidFill>
              <a:srgbClr val="CDB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08176" y="3794760"/>
            <a:ext cx="374904" cy="374904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37944" y="3794760"/>
            <a:ext cx="374904" cy="374904"/>
          </a:xfrm>
          <a:prstGeom prst="rect">
            <a:avLst/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4224528"/>
            <a:ext cx="374904" cy="374904"/>
          </a:xfrm>
          <a:prstGeom prst="rect">
            <a:avLst/>
          </a:prstGeom>
          <a:solidFill>
            <a:srgbClr val="A4D6C0"/>
          </a:solidFill>
          <a:ln w="12700">
            <a:solidFill>
              <a:srgbClr val="A4D6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4224528"/>
            <a:ext cx="374904" cy="374904"/>
          </a:xfrm>
          <a:prstGeom prst="rect">
            <a:avLst/>
          </a:prstGeom>
          <a:solidFill>
            <a:srgbClr val="F6D782"/>
          </a:solidFill>
          <a:ln w="12700">
            <a:solidFill>
              <a:srgbClr val="F6D7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7944" y="4224528"/>
            <a:ext cx="374904" cy="374904"/>
          </a:xfrm>
          <a:prstGeom prst="rect">
            <a:avLst/>
          </a:prstGeom>
          <a:solidFill>
            <a:srgbClr val="CDB5D9"/>
          </a:solidFill>
          <a:ln w="12700">
            <a:solidFill>
              <a:srgbClr val="CDB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221224"/>
            <a:ext cx="1289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60" dirty="0">
                <a:solidFill>
                  <a:srgbClr val="2E2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organizado + chamadas para agendamento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2834640" y="2615184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5F6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743200"/>
            <a:ext cx="530352" cy="530352"/>
          </a:xfrm>
          <a:prstGeom prst="ellipse">
            <a:avLst/>
          </a:prstGeom>
          <a:solidFill>
            <a:srgbClr val="A4D6C0"/>
          </a:solidFill>
          <a:ln w="12700">
            <a:solidFill>
              <a:srgbClr val="A4D6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4368" y="3401568"/>
            <a:ext cx="658368" cy="658368"/>
          </a:xfrm>
          <a:prstGeom prst="ellipse">
            <a:avLst/>
          </a:prstGeom>
          <a:solidFill>
            <a:srgbClr val="F6D782"/>
          </a:solidFill>
          <a:ln w="12700">
            <a:solidFill>
              <a:srgbClr val="F6D7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5808" y="2843784"/>
            <a:ext cx="1225296" cy="109728"/>
          </a:xfrm>
          <a:prstGeom prst="rect">
            <a:avLst/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3118104"/>
            <a:ext cx="1042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78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INSPO DA SEMANA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145536" y="3401568"/>
            <a:ext cx="1005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550" b="1" dirty="0">
                <a:solidFill>
                  <a:srgbClr val="3322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ideias para unhas delicadas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246120" y="3758184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831336"/>
            <a:ext cx="6217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ideias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4645152" y="2615184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5F6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2743200"/>
            <a:ext cx="530352" cy="530352"/>
          </a:xfrm>
          <a:prstGeom prst="ellipse">
            <a:avLst/>
          </a:prstGeom>
          <a:solidFill>
            <a:srgbClr val="A4D6C0"/>
          </a:solidFill>
          <a:ln w="12700">
            <a:solidFill>
              <a:srgbClr val="A4D6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401568"/>
            <a:ext cx="658368" cy="658368"/>
          </a:xfrm>
          <a:prstGeom prst="ellipse">
            <a:avLst/>
          </a:prstGeom>
          <a:solidFill>
            <a:srgbClr val="F6D782"/>
          </a:solidFill>
          <a:ln w="12700">
            <a:solidFill>
              <a:srgbClr val="F6D7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843784"/>
            <a:ext cx="1225296" cy="109728"/>
          </a:xfrm>
          <a:prstGeom prst="rect">
            <a:avLst/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118104"/>
            <a:ext cx="1042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78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EXPRESS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956048" y="3401568"/>
            <a:ext cx="10058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550" b="1" dirty="0">
                <a:solidFill>
                  <a:srgbClr val="3322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Horários livres sexta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5056632" y="3758184"/>
            <a:ext cx="804672" cy="310896"/>
          </a:xfrm>
          <a:prstGeom prst="roundRect">
            <a:avLst>
              <a:gd name="adj" fmla="val 17647"/>
            </a:avLst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3831336"/>
            <a:ext cx="6217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 agora</a:t>
            </a: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6903720" y="2029968"/>
            <a:ext cx="3611880" cy="3127248"/>
          </a:xfrm>
          <a:prstGeom prst="roundRect">
            <a:avLst>
              <a:gd name="adj" fmla="val 2924"/>
            </a:avLst>
          </a:prstGeom>
          <a:solidFill>
            <a:srgbClr val="FFF8F9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78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de Reels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2376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E25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e depois</a:t>
            </a:r>
            <a:endParaRPr lang="en-US" sz="2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E25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uma esmaltação</a:t>
            </a:r>
            <a:endParaRPr lang="en-US" sz="2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E25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drama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223760" y="3703320"/>
            <a:ext cx="2606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 nos 2 primeiros segundos: “Olha como uma cor muda a sensação da mão.”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23760" y="459028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78C7B"/>
          </a:solidFill>
          <a:ln w="12700">
            <a:solidFill>
              <a:srgbClr val="F78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4663440"/>
            <a:ext cx="17830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 pronto para gravar</a:t>
            </a: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03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Maison Brows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editorial para designer de sobrancelhas: elegante, objetivo e com foco em autoridade visual.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5166360" cy="2395728"/>
          </a:xfrm>
          <a:prstGeom prst="rect">
            <a:avLst/>
          </a:prstGeom>
          <a:solidFill>
            <a:srgbClr val="161414"/>
          </a:solidFill>
          <a:ln w="12700">
            <a:solidFill>
              <a:srgbClr val="1614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3328416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Sobrancelhas</a:t>
            </a:r>
            <a:endParaRPr lang="en-US" sz="22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desenho e presença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187952"/>
            <a:ext cx="3246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D7CD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de posicionamento para reforçar técnica, cuidado e naturalidade no atendimento.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26280" y="2907792"/>
            <a:ext cx="777240" cy="41148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136392"/>
            <a:ext cx="777240" cy="777240"/>
          </a:xfrm>
          <a:prstGeom prst="rect">
            <a:avLst/>
          </a:prstGeom>
          <a:solidFill>
            <a:srgbClr val="786554"/>
          </a:solidFill>
          <a:ln w="12700">
            <a:solidFill>
              <a:srgbClr val="7865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3959352"/>
            <a:ext cx="484632" cy="484632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51460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4EFE7"/>
          </a:solidFill>
          <a:ln w="10160">
            <a:solidFill>
              <a:srgbClr val="403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2660904"/>
            <a:ext cx="1152144" cy="1152144"/>
          </a:xfrm>
          <a:prstGeom prst="rect">
            <a:avLst/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2898648"/>
            <a:ext cx="676656" cy="36576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081528"/>
            <a:ext cx="6766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6720840" y="3374136"/>
            <a:ext cx="8046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 design não é cópia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0" y="3502152"/>
            <a:ext cx="7132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entenda o formato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046720" y="251460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4EFE7"/>
          </a:solidFill>
          <a:ln w="10160">
            <a:solidFill>
              <a:srgbClr val="4038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2660904"/>
            <a:ext cx="1152144" cy="1152144"/>
          </a:xfrm>
          <a:prstGeom prst="rect">
            <a:avLst/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0768" y="2898648"/>
            <a:ext cx="676656" cy="36576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3081528"/>
            <a:ext cx="6766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8366760" y="3374136"/>
            <a:ext cx="8046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manutenção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12480" y="3502152"/>
            <a:ext cx="7132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seu horário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692640" y="2514600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4EFE7"/>
          </a:solidFill>
          <a:ln w="10160">
            <a:solidFill>
              <a:srgbClr val="4038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38944" y="2660904"/>
            <a:ext cx="1152144" cy="1152144"/>
          </a:xfrm>
          <a:prstGeom prst="rect">
            <a:avLst/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76688" y="2898648"/>
            <a:ext cx="676656" cy="36576"/>
          </a:xfrm>
          <a:prstGeom prst="rect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76688" y="3081528"/>
            <a:ext cx="6766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B48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PÓS-ATENDIMENTO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0012680" y="3374136"/>
            <a:ext cx="8046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cuidados após o procedimento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058400" y="3502152"/>
            <a:ext cx="7132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para lembrar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400800" y="452628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80060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melhor design respeita o seu rosto. Antes de pensar em tendência, observamos proporção, rotina e naturalidade para criar um resultado que faça sentido em você.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VÍDEOS CURTOS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roteiros estratégicos para Reels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Ideias simples de gravar, mas com gancho, sequência e chamada final.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49808" y="2606040"/>
            <a:ext cx="3154680" cy="2944368"/>
          </a:xfrm>
          <a:prstGeom prst="roundRect">
            <a:avLst>
              <a:gd name="adj" fmla="val 3106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Bastidores que geram confiança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813048"/>
            <a:ext cx="2606040" cy="0"/>
          </a:xfrm>
          <a:prstGeom prst="line">
            <a:avLst/>
          </a:prstGeom>
          <a:noFill/>
          <a:ln w="10160">
            <a:solidFill>
              <a:srgbClr val="D6C7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41648"/>
            <a:ext cx="25146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Cena 1: ambiente sendo preparado.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Cena 2: materiais organizados.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Cena 3: detalhe do atendimento.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Texto: “Antes do resultado, existe cuidado em cada etapa.”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Final: “Agende seu horário.”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1005840" y="5285232"/>
            <a:ext cx="20116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 sugerida: 15 a 25 segundos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3154680" cy="2944368"/>
          </a:xfrm>
          <a:prstGeom prst="roundRect">
            <a:avLst>
              <a:gd name="adj" fmla="val 3106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9160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frequente que educa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813048"/>
            <a:ext cx="2606040" cy="0"/>
          </a:xfrm>
          <a:prstGeom prst="line">
            <a:avLst/>
          </a:prstGeom>
          <a:noFill/>
          <a:ln w="10160">
            <a:solidFill>
              <a:srgbClr val="D6C7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041648"/>
            <a:ext cx="25146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“Preciso fazer esse procedimento todo mês?”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 em 3 pontos curtos.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Mostre um detalhe visual do serviço.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Final: “Me chama para avaliar seu caso.”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709160" y="5285232"/>
            <a:ext cx="20116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 sugerida: 15 a 25 segundos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8156448" y="2606040"/>
            <a:ext cx="3154680" cy="2944368"/>
          </a:xfrm>
          <a:prstGeom prst="roundRect">
            <a:avLst>
              <a:gd name="adj" fmla="val 3106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2331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com urgência leve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0" y="3813048"/>
            <a:ext cx="2606040" cy="0"/>
          </a:xfrm>
          <a:prstGeom prst="line">
            <a:avLst/>
          </a:prstGeom>
          <a:noFill/>
          <a:ln w="10160">
            <a:solidFill>
              <a:srgbClr val="D6C7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4041648"/>
            <a:ext cx="25146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“Abriram poucos horários esta semana.”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Mostre a agenda ou o espaço.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2 serviços disponíveis.</a:t>
            </a:r>
            <a:endParaRPr lang="en-US" sz="96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Final: “Envie ‘quero horário’ no WhatsApp.”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412480" y="5285232"/>
            <a:ext cx="20116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 sugerida: 15 a 25 segundos</a:t>
            </a:r>
            <a:endParaRPr lang="en-US" sz="64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Calendário de conteúdo - 7 dias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sequência com função: posicionar, educar, mostrar bastidores e abrir conversa de agendamento.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49808" y="2267712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86584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1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627632" y="2359152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de posicionamento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41648" y="2359152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é a profissional e qual promessa visual do perfil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49808" y="2779776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2E7DD"/>
          </a:solidFill>
          <a:ln w="12700">
            <a:solidFill>
              <a:srgbClr val="F2E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8986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627632" y="2871216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com bastidores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41648" y="2871216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do espaço, materiais e cuidado no atendimento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49808" y="3291840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410712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627632" y="3383280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educativo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41648" y="3383280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comum respondida de forma simples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49808" y="3803904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2E7DD"/>
          </a:solidFill>
          <a:ln w="12700">
            <a:solidFill>
              <a:srgbClr val="F2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922776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4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627632" y="3895344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de dúvida frequente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41648" y="3895344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rápida com chamada para avaliação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49808" y="4315968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434840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5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627632" y="4407408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Prova visual demonstrativa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41648" y="4407408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Antes/depois autorizado ou detalhe de procedimento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49808" y="4828032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2E7DD"/>
          </a:solidFill>
          <a:ln w="12700">
            <a:solidFill>
              <a:srgbClr val="F2E7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946904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6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627632" y="4919472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aberta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41648" y="4919472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Horários disponíveis e serviço em destaque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49808" y="5340096"/>
            <a:ext cx="7452360" cy="402336"/>
          </a:xfrm>
          <a:prstGeom prst="roundRect">
            <a:avLst>
              <a:gd name="adj" fmla="val 9091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45896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7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627632" y="5431536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de bastidores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41648" y="5431536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do atendimento com chamada para WhatsApp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613648" y="2286000"/>
            <a:ext cx="2606040" cy="2670048"/>
          </a:xfrm>
          <a:prstGeom prst="roundRect">
            <a:avLst>
              <a:gd name="adj" fmla="val 3509"/>
            </a:avLst>
          </a:prstGeom>
          <a:solidFill>
            <a:srgbClr val="2E2522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2606040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1D1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915400" y="2962656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conteúdo não é aleatório.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915400" y="3685032"/>
            <a:ext cx="1828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EADF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peça precisa cumprir uma função: atrair, explicar, gerar confiança ou facilitar o contato.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68096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8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simples, com escopo claro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956816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4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troca confusa de mensagens. Mais previsibilidade para você aprovar e publicar.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1051560" y="3273552"/>
            <a:ext cx="9646920" cy="0"/>
          </a:xfrm>
          <a:prstGeom prst="line">
            <a:avLst/>
          </a:prstGeom>
          <a:noFill/>
          <a:ln w="17780">
            <a:solidFill>
              <a:srgbClr val="D6C7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3081528"/>
            <a:ext cx="384048" cy="384048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191256"/>
            <a:ext cx="201168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816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rápido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envia serviços, cores, logo, WhatsApp e referências.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694176" y="3081528"/>
            <a:ext cx="384048" cy="384048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3191256"/>
            <a:ext cx="201168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75304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preparo as artes, legendas, roteiros e calendário.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455664" y="3081528"/>
            <a:ext cx="384048" cy="384048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3191256"/>
            <a:ext cx="201168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36792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finais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revisa e solicita uma rodada de alterações.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217152" y="3081528"/>
            <a:ext cx="384048" cy="384048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3191256"/>
            <a:ext cx="201168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98280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editável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Envio os arquivos no Canva e textos prontos para copiar.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971800" y="5138928"/>
            <a:ext cx="6080760" cy="566928"/>
          </a:xfrm>
          <a:prstGeom prst="roundRect">
            <a:avLst>
              <a:gd name="adj" fmla="val 12903"/>
            </a:avLst>
          </a:prstGeom>
          <a:solidFill>
            <a:srgbClr val="FFFDF9"/>
          </a:solidFill>
          <a:ln w="10160">
            <a:solidFill>
              <a:srgbClr val="D6C7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5340096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Escopo protegido: 1 rodada de alterações, sem criação de logotipo e sem promessas irreais de resultado.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6928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692640" y="228600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446520"/>
            <a:ext cx="25603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6350">
            <a:solidFill>
              <a:srgbClr val="D6C7BA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522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11018520" cy="0"/>
          </a:xfrm>
          <a:prstGeom prst="line">
            <a:avLst/>
          </a:prstGeom>
          <a:noFill/>
          <a:ln w="8890">
            <a:solidFill>
              <a:srgbClr val="5B4C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8890">
            <a:solidFill>
              <a:srgbClr val="5B4C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932688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F1D1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49808" y="1298448"/>
            <a:ext cx="54406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Vamos organizar o conteúdo do seu Instagram?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" y="2304288"/>
            <a:ext cx="4206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envia as informações. Eu preparo uma primeira versão em até 24h após o briefing e apresento para aprovação.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" y="3383280"/>
            <a:ext cx="146304" cy="146304"/>
          </a:xfrm>
          <a:prstGeom prst="ellipse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412541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024128" y="3364992"/>
            <a:ext cx="3035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Conteúdo Express: R$ 147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" y="3822192"/>
            <a:ext cx="146304" cy="146304"/>
          </a:xfrm>
          <a:prstGeom prst="ellipse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851453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20" dirty="0"/>
          </a:p>
        </p:txBody>
      </p:sp>
      <p:sp>
        <p:nvSpPr>
          <p:cNvPr id="15" name="Text 13"/>
          <p:cNvSpPr/>
          <p:nvPr/>
        </p:nvSpPr>
        <p:spPr>
          <a:xfrm>
            <a:off x="1024128" y="3803904"/>
            <a:ext cx="3035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 e 50% na entrega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" y="4261104"/>
            <a:ext cx="146304" cy="146304"/>
          </a:xfrm>
          <a:prstGeom prst="ellipse">
            <a:avLst/>
          </a:prstGeom>
          <a:solidFill>
            <a:srgbClr val="B4895D"/>
          </a:solidFill>
          <a:ln w="12700">
            <a:solidFill>
              <a:srgbClr val="B489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290365"/>
            <a:ext cx="9144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1024128" y="4242816"/>
            <a:ext cx="3950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artes, 6 legendas, 3 roteiros e calendário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234440"/>
            <a:ext cx="4023360" cy="4160520"/>
          </a:xfrm>
          <a:prstGeom prst="roundRect">
            <a:avLst>
              <a:gd name="adj" fmla="val 2273"/>
            </a:avLst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865376"/>
            <a:ext cx="2834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28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0608" y="2450592"/>
            <a:ext cx="28346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50608" y="2788920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28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(11) 95858-5228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498080" y="3429000"/>
            <a:ext cx="2121408" cy="41148"/>
          </a:xfrm>
          <a:prstGeom prst="rect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803904"/>
            <a:ext cx="2697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5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 em até 24h após briefing completo.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4498848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4572000"/>
            <a:ext cx="18288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Chamar no WhatsApp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594360" y="6455664"/>
            <a:ext cx="18288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A69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384280" y="6455664"/>
            <a:ext cx="2103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A69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Victor Takayama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Conteúdo Beleza - Victor Takayama</dc:title>
  <dc:subject>Portfólio demonstrativo de conteúdo para negócios de beleza</dc:subject>
  <dc:creator>Victor Takayama | Conteúdo Digital</dc:creator>
  <cp:lastModifiedBy>Victor Takayama | Conteúdo Digital</cp:lastModifiedBy>
  <cp:revision>1</cp:revision>
  <dcterms:created xsi:type="dcterms:W3CDTF">2026-07-30T22:14:01Z</dcterms:created>
  <dcterms:modified xsi:type="dcterms:W3CDTF">2026-07-30T22:14:01Z</dcterms:modified>
</cp:coreProperties>
</file>
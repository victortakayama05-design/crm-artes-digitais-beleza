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2560320" cy="310896"/>
          </a:xfrm>
          <a:prstGeom prst="rect">
            <a:avLst/>
          </a:prstGeom>
          <a:solidFill>
            <a:srgbClr val="A76C54"/>
          </a:solidFill>
          <a:ln>
            <a:solidFill>
              <a:srgbClr val="A76C54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PORTFÓLIO DEMONSTRATIVO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1353312"/>
            <a:ext cx="67665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 digital para negócios de beleza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76656" y="2743200"/>
            <a:ext cx="5669280" cy="6949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Artes, legendas e roteiros de Reels para deixar o Instagram mais organizado, claro e profissional.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76656" y="3840480"/>
            <a:ext cx="3840480" cy="0"/>
          </a:xfrm>
          <a:prstGeom prst="line">
            <a:avLst/>
          </a:prstGeom>
          <a:noFill/>
          <a:ln w="8890">
            <a:solidFill>
              <a:srgbClr val="D7C7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4224528"/>
            <a:ext cx="420624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 Takayama | Conteúdo Digital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76656" y="4590288"/>
            <a:ext cx="347472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WhatsApp: (11) 95858-5228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955280" y="1005840"/>
            <a:ext cx="2423160" cy="4251960"/>
          </a:xfrm>
          <a:prstGeom prst="roundRect">
            <a:avLst>
              <a:gd name="adj" fmla="val 3019"/>
            </a:avLst>
          </a:prstGeom>
          <a:solidFill>
            <a:srgbClr val="FFFDF9"/>
          </a:solidFill>
          <a:ln w="12700">
            <a:solidFill>
              <a:srgbClr val="2E272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01584" y="1207008"/>
            <a:ext cx="2130552" cy="3849624"/>
          </a:xfrm>
          <a:prstGeom prst="roundRect">
            <a:avLst>
              <a:gd name="adj" fmla="val 2146"/>
            </a:avLst>
          </a:prstGeom>
          <a:solidFill>
            <a:srgbClr val="FBF7F2"/>
          </a:solidFill>
          <a:ln w="7620">
            <a:solidFill>
              <a:srgbClr val="D7C7B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66176" y="1508760"/>
            <a:ext cx="530352" cy="530352"/>
          </a:xfrm>
          <a:prstGeom prst="ellipse">
            <a:avLst/>
          </a:prstGeom>
          <a:solidFill>
            <a:srgbClr val="E7C2AD"/>
          </a:solidFill>
          <a:ln w="12700">
            <a:solidFill>
              <a:srgbClr val="E7C2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15400" y="1517904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Aurora Beleza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915400" y="1755648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Estética e autocuidado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8211312" y="2304288"/>
            <a:ext cx="1911096" cy="0"/>
          </a:xfrm>
          <a:prstGeom prst="line">
            <a:avLst/>
          </a:prstGeom>
          <a:noFill/>
          <a:ln w="6350">
            <a:solidFill>
              <a:srgbClr val="D7C7B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7888" y="2487168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 otimizada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47888" y="2816352"/>
            <a:ext cx="18379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Atendimentos personalizados para realçar sua beleza com cuidado e naturalidade.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Agende seu horário pelo WhatsApp.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8247888" y="3703320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Agendamentos | Sobrancelhas | Limpeza de pele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8247888" y="4151376"/>
            <a:ext cx="539496" cy="539496"/>
          </a:xfrm>
          <a:prstGeom prst="rect">
            <a:avLst/>
          </a:prstGeom>
          <a:solidFill>
            <a:srgbClr val="EFE2D6"/>
          </a:solidFill>
          <a:ln w="7620">
            <a:solidFill>
              <a:srgbClr val="FFFDF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97112" y="4151376"/>
            <a:ext cx="539496" cy="539496"/>
          </a:xfrm>
          <a:prstGeom prst="rect">
            <a:avLst/>
          </a:prstGeom>
          <a:solidFill>
            <a:srgbClr val="E7C2AD"/>
          </a:solidFill>
          <a:ln w="7620">
            <a:solidFill>
              <a:srgbClr val="FFFDF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546336" y="4151376"/>
            <a:ext cx="539496" cy="539496"/>
          </a:xfrm>
          <a:prstGeom prst="rect">
            <a:avLst/>
          </a:prstGeom>
          <a:solidFill>
            <a:srgbClr val="EDE5DD"/>
          </a:solidFill>
          <a:ln w="7620">
            <a:solidFill>
              <a:srgbClr val="FFFD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60920" y="5440680"/>
            <a:ext cx="3840480" cy="502920"/>
          </a:xfrm>
          <a:prstGeom prst="rect">
            <a:avLst/>
          </a:prstGeom>
          <a:solidFill>
            <a:srgbClr val="FFFDF9"/>
          </a:solidFill>
          <a:ln w="8890">
            <a:solidFill>
              <a:srgbClr val="D7C7B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3800" y="555955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Pacote Conteúdo Express - entrega em até 24 horas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8368" y="64739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 Takayama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303520" y="6556248"/>
            <a:ext cx="1572768" cy="0"/>
          </a:xfrm>
          <a:prstGeom prst="line">
            <a:avLst/>
          </a:prstGeom>
          <a:noFill/>
          <a:ln w="7620">
            <a:solidFill>
              <a:srgbClr val="D7C7B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228832" y="647395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pacote resolve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326880" y="4572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Portfólio demonstrativo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64739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 Takayama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303520" y="6556248"/>
            <a:ext cx="1572768" cy="0"/>
          </a:xfrm>
          <a:prstGeom prst="line">
            <a:avLst/>
          </a:prstGeom>
          <a:noFill/>
          <a:ln w="7620">
            <a:solidFill>
              <a:srgbClr val="D7C7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28832" y="647395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76656" y="1417320"/>
            <a:ext cx="6446520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Muitos negócios de beleza têm bom atendimento, mas o Instagram não comunica isso com clareza. O pacote organiza a apresentação, melhora a percepção de valor e cria conteúdo pronto para publicar.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76656" y="2788920"/>
            <a:ext cx="3246120" cy="2331720"/>
          </a:xfrm>
          <a:prstGeom prst="roundRect">
            <a:avLst>
              <a:gd name="adj" fmla="val 1961"/>
            </a:avLst>
          </a:prstGeom>
          <a:solidFill>
            <a:srgbClr val="FFFDF9"/>
          </a:solidFill>
          <a:ln w="10160">
            <a:solidFill>
              <a:srgbClr val="D7C7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072384"/>
            <a:ext cx="10972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3721608"/>
            <a:ext cx="64008" cy="64008"/>
          </a:xfrm>
          <a:prstGeom prst="ellipse">
            <a:avLst/>
          </a:prstGeom>
          <a:solidFill>
            <a:srgbClr val="A76C54"/>
          </a:solidFill>
          <a:ln w="12700">
            <a:solidFill>
              <a:srgbClr val="A76C5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3639312"/>
            <a:ext cx="2532888" cy="3749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sem padrão visual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914400" y="4123944"/>
            <a:ext cx="64008" cy="64008"/>
          </a:xfrm>
          <a:prstGeom prst="ellipse">
            <a:avLst/>
          </a:prstGeom>
          <a:solidFill>
            <a:srgbClr val="A76C54"/>
          </a:solidFill>
          <a:ln w="12700">
            <a:solidFill>
              <a:srgbClr val="A76C5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4041648"/>
            <a:ext cx="2532888" cy="3749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Legenda genérica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914400" y="4526280"/>
            <a:ext cx="64008" cy="64008"/>
          </a:xfrm>
          <a:prstGeom prst="ellipse">
            <a:avLst/>
          </a:prstGeom>
          <a:solidFill>
            <a:srgbClr val="A76C54"/>
          </a:solidFill>
          <a:ln w="12700">
            <a:solidFill>
              <a:srgbClr val="A76C5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4443984"/>
            <a:ext cx="2532888" cy="3749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Pouca chamada para agendamento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334256" y="2788920"/>
            <a:ext cx="3246120" cy="2331720"/>
          </a:xfrm>
          <a:prstGeom prst="roundRect">
            <a:avLst>
              <a:gd name="adj" fmla="val 1961"/>
            </a:avLst>
          </a:prstGeom>
          <a:solidFill>
            <a:srgbClr val="FFF9F5"/>
          </a:solidFill>
          <a:ln w="10160">
            <a:solidFill>
              <a:srgbClr val="D7C7B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3072384"/>
            <a:ext cx="11430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7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0" y="3721608"/>
            <a:ext cx="64008" cy="64008"/>
          </a:xfrm>
          <a:prstGeom prst="ellipse">
            <a:avLst/>
          </a:prstGeom>
          <a:solidFill>
            <a:srgbClr val="A76C54"/>
          </a:solidFill>
          <a:ln w="12700">
            <a:solidFill>
              <a:srgbClr val="A76C5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3639312"/>
            <a:ext cx="2532888" cy="3749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Comunicação consistente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4572000" y="4123944"/>
            <a:ext cx="64008" cy="64008"/>
          </a:xfrm>
          <a:prstGeom prst="ellipse">
            <a:avLst/>
          </a:prstGeom>
          <a:solidFill>
            <a:srgbClr val="A76C54"/>
          </a:solidFill>
          <a:ln w="12700">
            <a:solidFill>
              <a:srgbClr val="A76C54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4041648"/>
            <a:ext cx="2532888" cy="3749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 com intenção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4572000" y="4526280"/>
            <a:ext cx="64008" cy="64008"/>
          </a:xfrm>
          <a:prstGeom prst="ellipse">
            <a:avLst/>
          </a:prstGeom>
          <a:solidFill>
            <a:srgbClr val="A76C54"/>
          </a:solidFill>
          <a:ln w="12700">
            <a:solidFill>
              <a:srgbClr val="A76C54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4443984"/>
            <a:ext cx="2532888" cy="3749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 prontos para vender melhor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8229600" y="1508760"/>
            <a:ext cx="2651760" cy="2651760"/>
          </a:xfrm>
          <a:prstGeom prst="rect">
            <a:avLst/>
          </a:prstGeom>
          <a:solidFill>
            <a:srgbClr val="FFFDF9"/>
          </a:solidFill>
          <a:ln w="12700">
            <a:solidFill>
              <a:srgbClr val="D7C7B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43247" y="1622407"/>
            <a:ext cx="2424466" cy="2424466"/>
          </a:xfrm>
          <a:prstGeom prst="rect">
            <a:avLst/>
          </a:prstGeom>
          <a:solidFill>
            <a:srgbClr val="EFE2D6"/>
          </a:solidFill>
          <a:ln w="12700">
            <a:solidFill>
              <a:srgbClr val="EFE2D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69521" y="1773936"/>
            <a:ext cx="2171918" cy="1515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A7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Aurora Beleza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8494776" y="2089622"/>
            <a:ext cx="2121408" cy="54297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19" b="1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Autocuidado</a:t>
            </a:r>
            <a:endParaRPr lang="en-US" sz="1519" dirty="0"/>
          </a:p>
        </p:txBody>
      </p:sp>
      <p:sp>
        <p:nvSpPr>
          <p:cNvPr id="29" name="Text 27"/>
          <p:cNvSpPr/>
          <p:nvPr/>
        </p:nvSpPr>
        <p:spPr>
          <a:xfrm>
            <a:off x="8557913" y="2676797"/>
            <a:ext cx="1995134" cy="23992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63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 visual para Instagram</a:t>
            </a:r>
            <a:endParaRPr lang="en-US" sz="863" dirty="0"/>
          </a:p>
        </p:txBody>
      </p:sp>
      <p:sp>
        <p:nvSpPr>
          <p:cNvPr id="30" name="Text 28"/>
          <p:cNvSpPr/>
          <p:nvPr/>
        </p:nvSpPr>
        <p:spPr>
          <a:xfrm>
            <a:off x="8633678" y="3061934"/>
            <a:ext cx="1843605" cy="15784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Clareza na mensagem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633678" y="3276600"/>
            <a:ext cx="1843605" cy="157843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Identidade mais elegante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545286" y="3813266"/>
            <a:ext cx="2020389" cy="214666"/>
          </a:xfrm>
          <a:prstGeom prst="rect">
            <a:avLst/>
          </a:prstGeom>
          <a:solidFill>
            <a:srgbClr val="A76C54"/>
          </a:solidFill>
          <a:ln>
            <a:solidFill>
              <a:srgbClr val="A76C54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Agende pelo WhatsApp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343247" y="4233672"/>
            <a:ext cx="24244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demonstrativo - marca fictícia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OFERTA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Pacote Conteúdo Express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326880" y="4572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Portfólio demonstrativo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64739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 Takayama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303520" y="6556248"/>
            <a:ext cx="1572768" cy="0"/>
          </a:xfrm>
          <a:prstGeom prst="line">
            <a:avLst/>
          </a:prstGeom>
          <a:noFill/>
          <a:ln w="7620">
            <a:solidFill>
              <a:srgbClr val="D7C7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28832" y="647395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76656" y="1371600"/>
            <a:ext cx="6583680" cy="8046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Pensado para esteticistas, manicures, designers de sobrancelhas, salões e profissionais autônomos que precisam movimentar o Instagram com rapidez.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76656" y="2651760"/>
            <a:ext cx="4800600" cy="960120"/>
          </a:xfrm>
          <a:prstGeom prst="roundRect">
            <a:avLst>
              <a:gd name="adj" fmla="val 4762"/>
            </a:avLst>
          </a:prstGeom>
          <a:solidFill>
            <a:srgbClr val="FFFDF9"/>
          </a:solidFill>
          <a:ln w="10160">
            <a:solidFill>
              <a:srgbClr val="D7C7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696" y="2862072"/>
            <a:ext cx="27432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artes para Instagram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96696" y="3182112"/>
            <a:ext cx="352044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Arquivos editáveis no Canva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72584" y="292608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7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76656" y="4069080"/>
            <a:ext cx="4800600" cy="960120"/>
          </a:xfrm>
          <a:prstGeom prst="roundRect">
            <a:avLst>
              <a:gd name="adj" fmla="val 4762"/>
            </a:avLst>
          </a:prstGeom>
          <a:solidFill>
            <a:srgbClr val="FFFDF9"/>
          </a:solidFill>
          <a:ln w="10160">
            <a:solidFill>
              <a:srgbClr val="D7C7B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6696" y="4279392"/>
            <a:ext cx="27432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legendas prontas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96696" y="4599432"/>
            <a:ext cx="352044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adaptado ao serviço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672584" y="434340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7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89320" y="2651760"/>
            <a:ext cx="4800600" cy="960120"/>
          </a:xfrm>
          <a:prstGeom prst="roundRect">
            <a:avLst>
              <a:gd name="adj" fmla="val 4762"/>
            </a:avLst>
          </a:prstGeom>
          <a:solidFill>
            <a:srgbClr val="FFFDF9"/>
          </a:solidFill>
          <a:ln w="10160">
            <a:solidFill>
              <a:srgbClr val="D7C7B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862072"/>
            <a:ext cx="27432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roteiros de Reels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309360" y="3182112"/>
            <a:ext cx="352044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Ideias simples de gravar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985248" y="292608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7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89320" y="4069080"/>
            <a:ext cx="4800600" cy="960120"/>
          </a:xfrm>
          <a:prstGeom prst="roundRect">
            <a:avLst>
              <a:gd name="adj" fmla="val 4762"/>
            </a:avLst>
          </a:prstGeom>
          <a:solidFill>
            <a:srgbClr val="FFFDF9"/>
          </a:solidFill>
          <a:ln w="10160">
            <a:solidFill>
              <a:srgbClr val="D7C7B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4279392"/>
            <a:ext cx="27432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Calendário de 7 dias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309360" y="4599432"/>
            <a:ext cx="352044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Sugestão de sequência de postagem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985248" y="434340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A7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76656" y="5541264"/>
            <a:ext cx="10113264" cy="402336"/>
          </a:xfrm>
          <a:prstGeom prst="rect">
            <a:avLst/>
          </a:prstGeom>
          <a:solidFill>
            <a:srgbClr val="2E2725"/>
          </a:solidFill>
          <a:ln w="12700">
            <a:solidFill>
              <a:srgbClr val="2E272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632704"/>
            <a:ext cx="9729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de lançamento: R$ 147 | 50% para iniciar e 50% na entrega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DEMONSTRAÇÃO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 e posicionamento do perfil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326880" y="4572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Portfólio demonstrativo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64739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 Takayama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303520" y="6556248"/>
            <a:ext cx="1572768" cy="0"/>
          </a:xfrm>
          <a:prstGeom prst="line">
            <a:avLst/>
          </a:prstGeom>
          <a:noFill/>
          <a:ln w="7620">
            <a:solidFill>
              <a:srgbClr val="D7C7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28832" y="647395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822960" y="1325880"/>
            <a:ext cx="2880360" cy="4343400"/>
          </a:xfrm>
          <a:prstGeom prst="roundRect">
            <a:avLst>
              <a:gd name="adj" fmla="val 2540"/>
            </a:avLst>
          </a:prstGeom>
          <a:solidFill>
            <a:srgbClr val="FFFDF9"/>
          </a:solidFill>
          <a:ln w="12700">
            <a:solidFill>
              <a:srgbClr val="2E272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1527048"/>
            <a:ext cx="2587752" cy="3941064"/>
          </a:xfrm>
          <a:prstGeom prst="roundRect">
            <a:avLst>
              <a:gd name="adj" fmla="val 1767"/>
            </a:avLst>
          </a:prstGeom>
          <a:solidFill>
            <a:srgbClr val="FBF7F2"/>
          </a:solidFill>
          <a:ln w="7620">
            <a:solidFill>
              <a:srgbClr val="D7C7B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856" y="1828800"/>
            <a:ext cx="530352" cy="530352"/>
          </a:xfrm>
          <a:prstGeom prst="ellipse">
            <a:avLst/>
          </a:prstGeom>
          <a:solidFill>
            <a:srgbClr val="E7C2AD"/>
          </a:solidFill>
          <a:ln w="12700">
            <a:solidFill>
              <a:srgbClr val="E7C2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83080" y="1837944"/>
            <a:ext cx="1673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Aurora Beleza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83080" y="2075688"/>
            <a:ext cx="1673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Estética e autocuidado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1078992" y="2624328"/>
            <a:ext cx="2368296" cy="0"/>
          </a:xfrm>
          <a:prstGeom prst="line">
            <a:avLst/>
          </a:prstGeom>
          <a:noFill/>
          <a:ln w="6350">
            <a:solidFill>
              <a:srgbClr val="D7C7B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2807208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 otimizada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" y="3136392"/>
            <a:ext cx="22951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Atendimentos personalizados para realçar sua beleza com cuidado e naturalidade.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Agende seu horário pelo WhatsApp.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1115568" y="4023360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Agendamentos | Sobrancelhas | Limpeza de pele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1115568" y="4471416"/>
            <a:ext cx="691896" cy="691896"/>
          </a:xfrm>
          <a:prstGeom prst="rect">
            <a:avLst/>
          </a:prstGeom>
          <a:solidFill>
            <a:srgbClr val="EFE2D6"/>
          </a:solidFill>
          <a:ln w="7620">
            <a:solidFill>
              <a:srgbClr val="FFFDF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17192" y="4471416"/>
            <a:ext cx="691896" cy="691896"/>
          </a:xfrm>
          <a:prstGeom prst="rect">
            <a:avLst/>
          </a:prstGeom>
          <a:solidFill>
            <a:srgbClr val="E7C2AD"/>
          </a:solidFill>
          <a:ln w="7620">
            <a:solidFill>
              <a:srgbClr val="FFFDF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18816" y="4471416"/>
            <a:ext cx="691896" cy="691896"/>
          </a:xfrm>
          <a:prstGeom prst="rect">
            <a:avLst/>
          </a:prstGeom>
          <a:solidFill>
            <a:srgbClr val="EDE5DD"/>
          </a:solidFill>
          <a:ln w="7620">
            <a:solidFill>
              <a:srgbClr val="FFFD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1417320"/>
            <a:ext cx="274320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Ajustes aplicados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4572000" y="2002536"/>
            <a:ext cx="64008" cy="64008"/>
          </a:xfrm>
          <a:prstGeom prst="ellipse">
            <a:avLst/>
          </a:prstGeom>
          <a:solidFill>
            <a:srgbClr val="A76C54"/>
          </a:solidFill>
          <a:ln w="12700">
            <a:solidFill>
              <a:srgbClr val="A76C54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1920240"/>
            <a:ext cx="5001768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 do perfil mais claro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0" y="2441448"/>
            <a:ext cx="64008" cy="64008"/>
          </a:xfrm>
          <a:prstGeom prst="ellipse">
            <a:avLst/>
          </a:prstGeom>
          <a:solidFill>
            <a:srgbClr val="A76C54"/>
          </a:solidFill>
          <a:ln w="12700">
            <a:solidFill>
              <a:srgbClr val="A76C54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2359152"/>
            <a:ext cx="5001768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Descrição objetiva do atendimento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0" y="2880360"/>
            <a:ext cx="64008" cy="64008"/>
          </a:xfrm>
          <a:prstGeom prst="ellipse">
            <a:avLst/>
          </a:prstGeom>
          <a:solidFill>
            <a:srgbClr val="A76C54"/>
          </a:solidFill>
          <a:ln w="12700">
            <a:solidFill>
              <a:srgbClr val="A76C54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2798064"/>
            <a:ext cx="5001768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 direta para agendamento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72000" y="3319272"/>
            <a:ext cx="64008" cy="64008"/>
          </a:xfrm>
          <a:prstGeom prst="ellipse">
            <a:avLst/>
          </a:prstGeom>
          <a:solidFill>
            <a:srgbClr val="A76C54"/>
          </a:solidFill>
          <a:ln w="12700">
            <a:solidFill>
              <a:srgbClr val="A76C54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3236976"/>
            <a:ext cx="5001768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Destaque dos principais serviços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72000" y="4160520"/>
            <a:ext cx="5257800" cy="1051560"/>
          </a:xfrm>
          <a:prstGeom prst="roundRect">
            <a:avLst>
              <a:gd name="adj" fmla="val 4348"/>
            </a:avLst>
          </a:prstGeom>
          <a:solidFill>
            <a:srgbClr val="FFF9F5"/>
          </a:solidFill>
          <a:ln w="10160">
            <a:solidFill>
              <a:srgbClr val="D7C7B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4370832"/>
            <a:ext cx="233172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A7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demonstrativo de bio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828032" y="4645152"/>
            <a:ext cx="466344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Atendimentos personalizados para realçar sua beleza com cuidado e naturalidade. Agende seu horário pelo WhatsApp.</a:t>
            </a:r>
            <a:endParaRPr lang="en-US" sz="13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PEÇA 01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de posicionamento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326880" y="4572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Portfólio demonstrativo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64739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 Takayama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303520" y="6556248"/>
            <a:ext cx="1572768" cy="0"/>
          </a:xfrm>
          <a:prstGeom prst="line">
            <a:avLst/>
          </a:prstGeom>
          <a:noFill/>
          <a:ln w="7620">
            <a:solidFill>
              <a:srgbClr val="D7C7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28832" y="647395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3840480" cy="3840480"/>
          </a:xfrm>
          <a:prstGeom prst="rect">
            <a:avLst/>
          </a:prstGeom>
          <a:solidFill>
            <a:srgbClr val="FFFDF9"/>
          </a:solidFill>
          <a:ln w="12700">
            <a:solidFill>
              <a:srgbClr val="D7C7B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7552" y="1581912"/>
            <a:ext cx="3511296" cy="3511296"/>
          </a:xfrm>
          <a:prstGeom prst="rect">
            <a:avLst/>
          </a:prstGeom>
          <a:solidFill>
            <a:srgbClr val="EFE2D6"/>
          </a:solidFill>
          <a:ln w="12700">
            <a:solidFill>
              <a:srgbClr val="EFE2D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1801368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7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Aurora Beleza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07008" y="2258568"/>
            <a:ext cx="3072384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 momento de autocuidado começa aqui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98448" y="3108960"/>
            <a:ext cx="288950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Cuidado, beleza e bem-estar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408176" y="3666744"/>
            <a:ext cx="2670048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 com atenção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408176" y="3977640"/>
            <a:ext cx="2670048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preparado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408176" y="4288536"/>
            <a:ext cx="2670048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Experiência acolhedora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280160" y="4754880"/>
            <a:ext cx="2926080" cy="310896"/>
          </a:xfrm>
          <a:prstGeom prst="rect">
            <a:avLst/>
          </a:prstGeom>
          <a:solidFill>
            <a:srgbClr val="A76C54"/>
          </a:solidFill>
          <a:ln>
            <a:solidFill>
              <a:srgbClr val="A76C54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Agende seu horário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87552" y="5330952"/>
            <a:ext cx="3511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demonstrativo - marca fictícia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5486400" y="1536192"/>
            <a:ext cx="233172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da peça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486400" y="1975104"/>
            <a:ext cx="4754880" cy="7680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Apresentar o serviço com uma mensagem emocional e profissional, reforçando a ideia de cuidado e valorização pessoal.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0" y="3035808"/>
            <a:ext cx="4206240" cy="0"/>
          </a:xfrm>
          <a:prstGeom prst="line">
            <a:avLst/>
          </a:prstGeom>
          <a:noFill/>
          <a:ln w="8890">
            <a:solidFill>
              <a:srgbClr val="D7C7B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3401568"/>
            <a:ext cx="20116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7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Legenda pronta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6400" y="3822192"/>
            <a:ext cx="516636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30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Cuidar de você não precisa ser complicado. Um momento reservado para o autocuidado pode transformar a rotina e reforçar sua confiança. Agendamentos pelo WhatsApp.</a:t>
            </a:r>
            <a:endParaRPr lang="en-US" sz="15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PEÇA 02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educativo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326880" y="4572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Portfólio demonstrativo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64739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 Takayama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303520" y="6556248"/>
            <a:ext cx="1572768" cy="0"/>
          </a:xfrm>
          <a:prstGeom prst="line">
            <a:avLst/>
          </a:prstGeom>
          <a:noFill/>
          <a:ln w="7620">
            <a:solidFill>
              <a:srgbClr val="D7C7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28832" y="647395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3840480" cy="3840480"/>
          </a:xfrm>
          <a:prstGeom prst="rect">
            <a:avLst/>
          </a:prstGeom>
          <a:solidFill>
            <a:srgbClr val="FFFDF9"/>
          </a:solidFill>
          <a:ln w="12700">
            <a:solidFill>
              <a:srgbClr val="D7C7B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7552" y="1581912"/>
            <a:ext cx="3511296" cy="3511296"/>
          </a:xfrm>
          <a:prstGeom prst="rect">
            <a:avLst/>
          </a:prstGeom>
          <a:solidFill>
            <a:srgbClr val="EFE2D6"/>
          </a:solidFill>
          <a:ln w="12700">
            <a:solidFill>
              <a:srgbClr val="EFE2D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1801368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7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Aurora Beleza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07008" y="2258568"/>
            <a:ext cx="3072384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cuidados para manter a pele bem cuidada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98448" y="3108960"/>
            <a:ext cx="288950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Rotina simples e consistente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408176" y="3666744"/>
            <a:ext cx="2670048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Remova a maquiagem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408176" y="3977640"/>
            <a:ext cx="2670048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Limpe a pele diariamente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408176" y="4288536"/>
            <a:ext cx="2670048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Use produtos adequados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280160" y="4754880"/>
            <a:ext cx="2926080" cy="310896"/>
          </a:xfrm>
          <a:prstGeom prst="rect">
            <a:avLst/>
          </a:prstGeom>
          <a:solidFill>
            <a:srgbClr val="A76C54"/>
          </a:solidFill>
          <a:ln>
            <a:solidFill>
              <a:srgbClr val="A76C54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Salve este post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87552" y="5330952"/>
            <a:ext cx="3511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demonstrativo - marca fictícia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5486400" y="1536192"/>
            <a:ext cx="233172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da peça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486400" y="1975104"/>
            <a:ext cx="4754880" cy="7680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Gerar valor antes da venda. Conteúdos educativos ajudam o público a confiar mais na profissional e tornam o perfil mais útil.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0" y="3035808"/>
            <a:ext cx="4206240" cy="0"/>
          </a:xfrm>
          <a:prstGeom prst="line">
            <a:avLst/>
          </a:prstGeom>
          <a:noFill/>
          <a:ln w="8890">
            <a:solidFill>
              <a:srgbClr val="D7C7B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3401568"/>
            <a:ext cx="20116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7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Legenda pronta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6400" y="3822192"/>
            <a:ext cx="5166360" cy="7680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30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rotina consistente costuma ser mais importante do que usar muitos produtos. Comece pelo básico e busque orientação profissional quando necessário.</a:t>
            </a:r>
            <a:endParaRPr lang="en-US" sz="15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PEÇA 03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de agenda aberta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326880" y="4572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Portfólio demonstrativo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64739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 Takayama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303520" y="6556248"/>
            <a:ext cx="1572768" cy="0"/>
          </a:xfrm>
          <a:prstGeom prst="line">
            <a:avLst/>
          </a:prstGeom>
          <a:noFill/>
          <a:ln w="7620">
            <a:solidFill>
              <a:srgbClr val="D7C7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28832" y="647395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3840480" cy="3840480"/>
          </a:xfrm>
          <a:prstGeom prst="rect">
            <a:avLst/>
          </a:prstGeom>
          <a:solidFill>
            <a:srgbClr val="FFFDF9"/>
          </a:solidFill>
          <a:ln w="12700">
            <a:solidFill>
              <a:srgbClr val="D7C7B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7552" y="1581912"/>
            <a:ext cx="3511296" cy="3511296"/>
          </a:xfrm>
          <a:prstGeom prst="rect">
            <a:avLst/>
          </a:prstGeom>
          <a:solidFill>
            <a:srgbClr val="EFE2D6"/>
          </a:solidFill>
          <a:ln w="12700">
            <a:solidFill>
              <a:srgbClr val="EFE2D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1801368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7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Aurora Beleza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07008" y="2258568"/>
            <a:ext cx="3072384" cy="7863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da semana aberta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98448" y="3108960"/>
            <a:ext cx="288950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 seu horário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408176" y="3666744"/>
            <a:ext cx="2670048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Horários limitados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408176" y="3977640"/>
            <a:ext cx="2670048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 com hora marcada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408176" y="4288536"/>
            <a:ext cx="2670048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pelo WhatsApp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280160" y="4754880"/>
            <a:ext cx="2926080" cy="310896"/>
          </a:xfrm>
          <a:prstGeom prst="rect">
            <a:avLst/>
          </a:prstGeom>
          <a:solidFill>
            <a:srgbClr val="A76C54"/>
          </a:solidFill>
          <a:ln>
            <a:solidFill>
              <a:srgbClr val="A76C54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Chamar no WhatsApp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87552" y="5330952"/>
            <a:ext cx="3511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demonstrativo - marca fictícia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5486400" y="1536192"/>
            <a:ext cx="233172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da peça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486400" y="1975104"/>
            <a:ext cx="4754880" cy="7680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uma chamada direta para conversão. A peça informa disponibilidade e direciona a pessoa para o contato no WhatsApp.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0" y="3035808"/>
            <a:ext cx="4206240" cy="0"/>
          </a:xfrm>
          <a:prstGeom prst="line">
            <a:avLst/>
          </a:prstGeom>
          <a:noFill/>
          <a:ln w="8890">
            <a:solidFill>
              <a:srgbClr val="D7C7B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3401568"/>
            <a:ext cx="20116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7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Legenda pronta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6400" y="3822192"/>
            <a:ext cx="5166360" cy="7132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30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agenda desta semana está aberta. Entre em contato pelo WhatsApp para consultar horários, serviços disponíveis e formas de pagamento.</a:t>
            </a:r>
            <a:endParaRPr lang="en-US" sz="15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VÍDEOS CURTOS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roteiros simples para Reels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326880" y="4572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Portfólio demonstrativo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64739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 Takayama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303520" y="6556248"/>
            <a:ext cx="1572768" cy="0"/>
          </a:xfrm>
          <a:prstGeom prst="line">
            <a:avLst/>
          </a:prstGeom>
          <a:noFill/>
          <a:ln w="7620">
            <a:solidFill>
              <a:srgbClr val="D7C7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28832" y="647395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841248" y="1536192"/>
            <a:ext cx="3246120" cy="4160520"/>
          </a:xfrm>
          <a:prstGeom prst="roundRect">
            <a:avLst>
              <a:gd name="adj" fmla="val 1408"/>
            </a:avLst>
          </a:prstGeom>
          <a:solidFill>
            <a:srgbClr val="FFFDF9"/>
          </a:solidFill>
          <a:ln w="10160">
            <a:solidFill>
              <a:srgbClr val="D7C7B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2880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7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115568" y="2359152"/>
            <a:ext cx="2651760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Bastidores do atendimento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15568" y="3246120"/>
            <a:ext cx="265176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4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Organização do ambiente, separação dos materiais e finalização do espaço.</a:t>
            </a:r>
            <a:endParaRPr lang="en-US" sz="1440" dirty="0"/>
          </a:p>
          <a:p>
            <a:pPr algn="l" indent="0" marL="0">
              <a:buNone/>
            </a:pPr>
            <a:r>
              <a:rPr lang="en-US" sz="144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na tela: Cada detalhe é preparado para receber você.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1115568" y="5074920"/>
            <a:ext cx="237744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A7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Duração sugerida: 15 segundos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4590288" y="1536192"/>
            <a:ext cx="3246120" cy="4160520"/>
          </a:xfrm>
          <a:prstGeom prst="roundRect">
            <a:avLst>
              <a:gd name="adj" fmla="val 1408"/>
            </a:avLst>
          </a:prstGeom>
          <a:solidFill>
            <a:srgbClr val="FFF9F5"/>
          </a:solidFill>
          <a:ln w="10160">
            <a:solidFill>
              <a:srgbClr val="D7C7B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82880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7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864608" y="2359152"/>
            <a:ext cx="2651760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agendar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864608" y="3246120"/>
            <a:ext cx="265176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4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Explique em 3 pontos o que a cliente precisa saber antes do procedimento.</a:t>
            </a:r>
            <a:endParaRPr lang="en-US" sz="1440" dirty="0"/>
          </a:p>
          <a:p>
            <a:pPr algn="l" indent="0" marL="0">
              <a:buNone/>
            </a:pPr>
            <a:r>
              <a:rPr lang="en-US" sz="144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na tela: Dicas rápidas para chegar preparada.</a:t>
            </a:r>
            <a:endParaRPr lang="en-US" sz="1440" dirty="0"/>
          </a:p>
        </p:txBody>
      </p:sp>
      <p:sp>
        <p:nvSpPr>
          <p:cNvPr id="17" name="Text 15"/>
          <p:cNvSpPr/>
          <p:nvPr/>
        </p:nvSpPr>
        <p:spPr>
          <a:xfrm>
            <a:off x="4864608" y="5074920"/>
            <a:ext cx="237744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A7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Duração sugerida: 15 segundos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8339328" y="1536192"/>
            <a:ext cx="3246120" cy="4160520"/>
          </a:xfrm>
          <a:prstGeom prst="roundRect">
            <a:avLst>
              <a:gd name="adj" fmla="val 1408"/>
            </a:avLst>
          </a:prstGeom>
          <a:solidFill>
            <a:srgbClr val="FFFDF9"/>
          </a:solidFill>
          <a:ln w="10160">
            <a:solidFill>
              <a:srgbClr val="D7C7B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0" y="182880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7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613648" y="2359152"/>
            <a:ext cx="2651760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Dúvida frequente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613648" y="3246120"/>
            <a:ext cx="265176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4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Responda uma pergunta comum em linguagem simples e direta.</a:t>
            </a:r>
            <a:endParaRPr lang="en-US" sz="1440" dirty="0"/>
          </a:p>
          <a:p>
            <a:pPr algn="l" indent="0" marL="0">
              <a:buNone/>
            </a:pPr>
            <a:r>
              <a:rPr lang="en-US" sz="144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na tela: Você também tinha essa dúvida?</a:t>
            </a:r>
            <a:endParaRPr lang="en-US" sz="1440" dirty="0"/>
          </a:p>
        </p:txBody>
      </p:sp>
      <p:sp>
        <p:nvSpPr>
          <p:cNvPr id="22" name="Text 20"/>
          <p:cNvSpPr/>
          <p:nvPr/>
        </p:nvSpPr>
        <p:spPr>
          <a:xfrm>
            <a:off x="8613648" y="5074920"/>
            <a:ext cx="237744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A7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Duração sugerida: 15 segundos</a:t>
            </a:r>
            <a:endParaRPr lang="en-US" sz="12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713232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Calendário de conteúdo - 7 dias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326880" y="4572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Portfólio demonstrativo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64739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 Takayama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303520" y="6556248"/>
            <a:ext cx="1572768" cy="0"/>
          </a:xfrm>
          <a:prstGeom prst="line">
            <a:avLst/>
          </a:prstGeom>
          <a:noFill/>
          <a:ln w="7620">
            <a:solidFill>
              <a:srgbClr val="D7C7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28832" y="647395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76656" y="1371600"/>
            <a:ext cx="722376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Sequência sugerida para movimentar o perfil durante uma semana, alternando relacionamento, educação e venda.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68680" y="2148840"/>
            <a:ext cx="1005840" cy="329184"/>
          </a:xfrm>
          <a:prstGeom prst="rect">
            <a:avLst/>
          </a:prstGeom>
          <a:solidFill>
            <a:srgbClr val="A76C54"/>
          </a:solidFill>
          <a:ln w="12700">
            <a:solidFill>
              <a:srgbClr val="A76C5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22199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1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2148840" y="2185416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de posicionamento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2148840" y="2587752"/>
            <a:ext cx="7772400" cy="0"/>
          </a:xfrm>
          <a:prstGeom prst="line">
            <a:avLst/>
          </a:prstGeom>
          <a:noFill/>
          <a:ln w="8890">
            <a:solidFill>
              <a:srgbClr val="D7C7B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651760"/>
            <a:ext cx="1005840" cy="329184"/>
          </a:xfrm>
          <a:prstGeom prst="rect">
            <a:avLst/>
          </a:prstGeom>
          <a:solidFill>
            <a:srgbClr val="A76C54"/>
          </a:solidFill>
          <a:ln w="12700">
            <a:solidFill>
              <a:srgbClr val="A76C5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2491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2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2148840" y="2688336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com bastidores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2148840" y="3090672"/>
            <a:ext cx="7772400" cy="0"/>
          </a:xfrm>
          <a:prstGeom prst="line">
            <a:avLst/>
          </a:prstGeom>
          <a:noFill/>
          <a:ln w="8890">
            <a:solidFill>
              <a:srgbClr val="D7C7B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3154680"/>
            <a:ext cx="1005840" cy="329184"/>
          </a:xfrm>
          <a:prstGeom prst="rect">
            <a:avLst/>
          </a:prstGeom>
          <a:solidFill>
            <a:srgbClr val="A76C54"/>
          </a:solidFill>
          <a:ln w="12700">
            <a:solidFill>
              <a:srgbClr val="A76C5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22783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3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2148840" y="3191256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educativo</a:t>
            </a:r>
            <a:endParaRPr lang="en-US" sz="1520" dirty="0"/>
          </a:p>
        </p:txBody>
      </p:sp>
      <p:sp>
        <p:nvSpPr>
          <p:cNvPr id="20" name="Shape 18"/>
          <p:cNvSpPr/>
          <p:nvPr/>
        </p:nvSpPr>
        <p:spPr>
          <a:xfrm>
            <a:off x="2148840" y="3593592"/>
            <a:ext cx="7772400" cy="0"/>
          </a:xfrm>
          <a:prstGeom prst="line">
            <a:avLst/>
          </a:prstGeom>
          <a:noFill/>
          <a:ln w="8890">
            <a:solidFill>
              <a:srgbClr val="D7C7B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3657600"/>
            <a:ext cx="1005840" cy="329184"/>
          </a:xfrm>
          <a:prstGeom prst="rect">
            <a:avLst/>
          </a:prstGeom>
          <a:solidFill>
            <a:srgbClr val="A76C54"/>
          </a:solidFill>
          <a:ln w="12700">
            <a:solidFill>
              <a:srgbClr val="A76C54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7307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4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2148840" y="3694176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Reels de dúvida frequente</a:t>
            </a:r>
            <a:endParaRPr lang="en-US" sz="1520" dirty="0"/>
          </a:p>
        </p:txBody>
      </p:sp>
      <p:sp>
        <p:nvSpPr>
          <p:cNvPr id="24" name="Shape 22"/>
          <p:cNvSpPr/>
          <p:nvPr/>
        </p:nvSpPr>
        <p:spPr>
          <a:xfrm>
            <a:off x="2148840" y="4096512"/>
            <a:ext cx="7772400" cy="0"/>
          </a:xfrm>
          <a:prstGeom prst="line">
            <a:avLst/>
          </a:prstGeom>
          <a:noFill/>
          <a:ln w="8890">
            <a:solidFill>
              <a:srgbClr val="D7C7B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4160520"/>
            <a:ext cx="1005840" cy="329184"/>
          </a:xfrm>
          <a:prstGeom prst="rect">
            <a:avLst/>
          </a:prstGeom>
          <a:solidFill>
            <a:srgbClr val="A76C54"/>
          </a:solidFill>
          <a:ln w="12700">
            <a:solidFill>
              <a:srgbClr val="A76C54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423367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5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2148840" y="4197096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Prova social ou depoimento</a:t>
            </a:r>
            <a:endParaRPr lang="en-US" sz="1520" dirty="0"/>
          </a:p>
        </p:txBody>
      </p:sp>
      <p:sp>
        <p:nvSpPr>
          <p:cNvPr id="28" name="Shape 26"/>
          <p:cNvSpPr/>
          <p:nvPr/>
        </p:nvSpPr>
        <p:spPr>
          <a:xfrm>
            <a:off x="2148840" y="4599432"/>
            <a:ext cx="7772400" cy="0"/>
          </a:xfrm>
          <a:prstGeom prst="line">
            <a:avLst/>
          </a:prstGeom>
          <a:noFill/>
          <a:ln w="8890">
            <a:solidFill>
              <a:srgbClr val="D7C7B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4663440"/>
            <a:ext cx="1005840" cy="329184"/>
          </a:xfrm>
          <a:prstGeom prst="rect">
            <a:avLst/>
          </a:prstGeom>
          <a:solidFill>
            <a:srgbClr val="A76C54"/>
          </a:solidFill>
          <a:ln w="12700">
            <a:solidFill>
              <a:srgbClr val="A76C54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473659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6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2148840" y="4700016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aberta</a:t>
            </a:r>
            <a:endParaRPr lang="en-US" sz="1520" dirty="0"/>
          </a:p>
        </p:txBody>
      </p:sp>
      <p:sp>
        <p:nvSpPr>
          <p:cNvPr id="32" name="Shape 30"/>
          <p:cNvSpPr/>
          <p:nvPr/>
        </p:nvSpPr>
        <p:spPr>
          <a:xfrm>
            <a:off x="2148840" y="5102352"/>
            <a:ext cx="7772400" cy="0"/>
          </a:xfrm>
          <a:prstGeom prst="line">
            <a:avLst/>
          </a:prstGeom>
          <a:noFill/>
          <a:ln w="8890">
            <a:solidFill>
              <a:srgbClr val="D7C7B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8680" y="5166360"/>
            <a:ext cx="1005840" cy="329184"/>
          </a:xfrm>
          <a:prstGeom prst="rect">
            <a:avLst/>
          </a:prstGeom>
          <a:solidFill>
            <a:srgbClr val="A76C54"/>
          </a:solidFill>
          <a:ln w="12700">
            <a:solidFill>
              <a:srgbClr val="A76C54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5840" y="523951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7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2148840" y="5202936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Reels de bastidores</a:t>
            </a:r>
            <a:endParaRPr lang="en-US" sz="1520" dirty="0"/>
          </a:p>
        </p:txBody>
      </p:sp>
      <p:sp>
        <p:nvSpPr>
          <p:cNvPr id="36" name="Shape 34"/>
          <p:cNvSpPr/>
          <p:nvPr/>
        </p:nvSpPr>
        <p:spPr>
          <a:xfrm>
            <a:off x="2148840" y="5605272"/>
            <a:ext cx="7772400" cy="0"/>
          </a:xfrm>
          <a:prstGeom prst="line">
            <a:avLst/>
          </a:prstGeom>
          <a:noFill/>
          <a:ln w="8890">
            <a:solidFill>
              <a:srgbClr val="D7C7B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87968" y="1993392"/>
            <a:ext cx="2240280" cy="3611880"/>
          </a:xfrm>
          <a:prstGeom prst="roundRect">
            <a:avLst>
              <a:gd name="adj" fmla="val 2041"/>
            </a:avLst>
          </a:prstGeom>
          <a:solidFill>
            <a:srgbClr val="FFF9F5"/>
          </a:solidFill>
          <a:ln w="10160">
            <a:solidFill>
              <a:srgbClr val="D7C7B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89720" y="2340864"/>
            <a:ext cx="141732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7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189720" y="2889504"/>
            <a:ext cx="1645920" cy="1691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sequência evita que o perfil publique apenas ofertas. Ela cria confiança, mostra bastidores e conduz o público até o agendamento.</a:t>
            </a:r>
            <a:endParaRPr lang="en-US" sz="14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1554480" cy="310896"/>
          </a:xfrm>
          <a:prstGeom prst="rect">
            <a:avLst/>
          </a:prstGeom>
          <a:solidFill>
            <a:srgbClr val="A76C54"/>
          </a:solidFill>
          <a:ln>
            <a:solidFill>
              <a:srgbClr val="A76C54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PASSO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1234440"/>
            <a:ext cx="6583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organizar o conteúdo do seu Instagram?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76656" y="2395728"/>
            <a:ext cx="6263640" cy="8961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envia as informações dos serviços, cores, logotipo e contatos. Eu preparo o material, apresento para aprovação e envio os arquivos editáveis após a confirmação final.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13232" y="3813048"/>
            <a:ext cx="64008" cy="64008"/>
          </a:xfrm>
          <a:prstGeom prst="ellipse">
            <a:avLst/>
          </a:prstGeom>
          <a:solidFill>
            <a:srgbClr val="A76C54"/>
          </a:solidFill>
          <a:ln w="12700">
            <a:solidFill>
              <a:srgbClr val="A76C54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3730752"/>
            <a:ext cx="5047488" cy="3566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Briefing rápido pelo WhatsApp</a:t>
            </a:r>
            <a:endParaRPr lang="en-US" sz="1520" dirty="0"/>
          </a:p>
        </p:txBody>
      </p:sp>
      <p:sp>
        <p:nvSpPr>
          <p:cNvPr id="7" name="Shape 5"/>
          <p:cNvSpPr/>
          <p:nvPr/>
        </p:nvSpPr>
        <p:spPr>
          <a:xfrm>
            <a:off x="713232" y="4197096"/>
            <a:ext cx="64008" cy="64008"/>
          </a:xfrm>
          <a:prstGeom prst="ellipse">
            <a:avLst/>
          </a:prstGeom>
          <a:solidFill>
            <a:srgbClr val="A76C54"/>
          </a:solidFill>
          <a:ln w="12700">
            <a:solidFill>
              <a:srgbClr val="A76C5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4114800"/>
            <a:ext cx="5047488" cy="3566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Produção das artes e textos</a:t>
            </a:r>
            <a:endParaRPr lang="en-US" sz="1520" dirty="0"/>
          </a:p>
        </p:txBody>
      </p:sp>
      <p:sp>
        <p:nvSpPr>
          <p:cNvPr id="9" name="Shape 7"/>
          <p:cNvSpPr/>
          <p:nvPr/>
        </p:nvSpPr>
        <p:spPr>
          <a:xfrm>
            <a:off x="713232" y="4581144"/>
            <a:ext cx="64008" cy="64008"/>
          </a:xfrm>
          <a:prstGeom prst="ellipse">
            <a:avLst/>
          </a:prstGeom>
          <a:solidFill>
            <a:srgbClr val="A76C54"/>
          </a:solidFill>
          <a:ln w="12700">
            <a:solidFill>
              <a:srgbClr val="A76C5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4498848"/>
            <a:ext cx="5047488" cy="3566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Apresentação para aprovação</a:t>
            </a:r>
            <a:endParaRPr lang="en-US" sz="1520" dirty="0"/>
          </a:p>
        </p:txBody>
      </p:sp>
      <p:sp>
        <p:nvSpPr>
          <p:cNvPr id="11" name="Shape 9"/>
          <p:cNvSpPr/>
          <p:nvPr/>
        </p:nvSpPr>
        <p:spPr>
          <a:xfrm>
            <a:off x="713232" y="4965192"/>
            <a:ext cx="64008" cy="64008"/>
          </a:xfrm>
          <a:prstGeom prst="ellipse">
            <a:avLst/>
          </a:prstGeom>
          <a:solidFill>
            <a:srgbClr val="A76C54"/>
          </a:solidFill>
          <a:ln w="12700">
            <a:solidFill>
              <a:srgbClr val="A76C5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4882896"/>
            <a:ext cx="5047488" cy="35661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Envio dos arquivos editáveis</a:t>
            </a:r>
            <a:endParaRPr lang="en-US" sz="1520" dirty="0"/>
          </a:p>
        </p:txBody>
      </p:sp>
      <p:sp>
        <p:nvSpPr>
          <p:cNvPr id="13" name="Shape 11"/>
          <p:cNvSpPr/>
          <p:nvPr/>
        </p:nvSpPr>
        <p:spPr>
          <a:xfrm>
            <a:off x="7644384" y="1508760"/>
            <a:ext cx="3474720" cy="3401568"/>
          </a:xfrm>
          <a:prstGeom prst="roundRect">
            <a:avLst>
              <a:gd name="adj" fmla="val 1344"/>
            </a:avLst>
          </a:prstGeom>
          <a:solidFill>
            <a:srgbClr val="FFF9F5"/>
          </a:solidFill>
          <a:ln w="10160">
            <a:solidFill>
              <a:srgbClr val="D7C7B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28432" y="1993392"/>
            <a:ext cx="274320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 Takayama | Conteúdo Digital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8467344" y="2788920"/>
            <a:ext cx="182880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A76C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8183880" y="31455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27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(11) 95858-5228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29600" y="3913632"/>
            <a:ext cx="23317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Pacote Conteúdo Express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em até 24 horas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58368" y="64739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Victor Takayama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303520" y="6556248"/>
            <a:ext cx="1572768" cy="0"/>
          </a:xfrm>
          <a:prstGeom prst="line">
            <a:avLst/>
          </a:prstGeom>
          <a:noFill/>
          <a:ln w="7620">
            <a:solidFill>
              <a:srgbClr val="D7C7B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228832" y="647395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85B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Victor Takayama | Conteúdo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Portfólio - Victor Takayama | Conteúdo Digital</dc:title>
  <dc:subject>Portfólio de Conteúdo Digital para negócios de beleza</dc:subject>
  <dc:creator>Victor Takayama</dc:creator>
  <cp:lastModifiedBy>Victor Takayama</cp:lastModifiedBy>
  <cp:revision>1</cp:revision>
  <dcterms:created xsi:type="dcterms:W3CDTF">2026-07-30T21:00:10Z</dcterms:created>
  <dcterms:modified xsi:type="dcterms:W3CDTF">2026-07-30T21:00:10Z</dcterms:modified>
</cp:coreProperties>
</file>
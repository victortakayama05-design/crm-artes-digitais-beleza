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6280" y="-731520"/>
            <a:ext cx="3474720" cy="3474720"/>
          </a:xfrm>
          <a:prstGeom prst="ellipse">
            <a:avLst/>
          </a:prstGeom>
          <a:solidFill>
            <a:srgbClr val="EEC8CF">
              <a:alpha val="82000"/>
            </a:srgbClr>
          </a:solidFill>
          <a:ln w="12700">
            <a:solidFill>
              <a:srgbClr val="EEC8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7223760"/>
            <a:ext cx="2926080" cy="2926080"/>
          </a:xfrm>
          <a:prstGeom prst="ellipse">
            <a:avLst/>
          </a:prstGeom>
          <a:solidFill>
            <a:srgbClr val="E9BFAE">
              <a:alpha val="70000"/>
            </a:srgbClr>
          </a:solidFill>
          <a:ln w="12700">
            <a:solidFill>
              <a:srgbClr val="E9BF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76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PORTFÓLIO DEMONSTRATIVO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5623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Conteúdo que</a:t>
            </a:r>
            <a:endParaRPr lang="en-US" sz="3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valoriza o seu</a:t>
            </a:r>
            <a:endParaRPr lang="en-US" sz="37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trabalho.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530352" y="3529584"/>
            <a:ext cx="5230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conteúdo estratégico para esteticistas, salões, manicures e profissionais da beleza.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8848" y="960120"/>
            <a:ext cx="2148840" cy="3154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4736592"/>
            <a:ext cx="6309360" cy="3200400"/>
          </a:xfrm>
          <a:prstGeom prst="roundRect">
            <a:avLst>
              <a:gd name="adj" fmla="val 2857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51389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2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PACOTE CONTEÚDO EXPRESS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1248" y="5559552"/>
            <a:ext cx="5166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 artes + 6 legendas + 3 roteiros de Reels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841248" y="6583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0DE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em até 24 horas • Arquivos editáveis • Uma rodada de ajustes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7315200"/>
            <a:ext cx="5257800" cy="0"/>
          </a:xfrm>
          <a:prstGeom prst="line">
            <a:avLst/>
          </a:prstGeom>
          <a:noFill/>
          <a:ln w="15240">
            <a:solidFill>
              <a:srgbClr val="B768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7452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Victor Takayama | Conteúdo Digital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17720" y="7452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WhatsApp: (11) 95858-5228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Takayama  •  Conteúdo para negócios de beleza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ESTRATÉGIA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6263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Seu trabalho já é bom.</a:t>
            </a:r>
            <a:endParaRPr lang="en-US" sz="2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 conteúdo precisa mostrar isso.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258775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perfil organizado aumenta a percepção de profissionalismo e facilita a decisão de quem está procurando um serviço de beleza.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30352" y="3703320"/>
            <a:ext cx="6236208" cy="1133856"/>
          </a:xfrm>
          <a:prstGeom prst="roundRect">
            <a:avLst>
              <a:gd name="adj" fmla="val 6452"/>
            </a:avLst>
          </a:prstGeom>
          <a:solidFill>
            <a:srgbClr val="F7F0E8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904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89888" y="3904488"/>
            <a:ext cx="0" cy="713232"/>
          </a:xfrm>
          <a:prstGeom prst="line">
            <a:avLst/>
          </a:prstGeom>
          <a:noFill/>
          <a:ln w="12700">
            <a:solidFill>
              <a:srgbClr val="DCC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849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CLAREZA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151376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serviços, benefícios e formas de agendamento sem confundir.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5001768"/>
            <a:ext cx="6236208" cy="1133856"/>
          </a:xfrm>
          <a:prstGeom prst="roundRect">
            <a:avLst>
              <a:gd name="adj" fmla="val 6452"/>
            </a:avLst>
          </a:prstGeom>
          <a:solidFill>
            <a:srgbClr val="F7F0E8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52029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89888" y="5202936"/>
            <a:ext cx="0" cy="713232"/>
          </a:xfrm>
          <a:prstGeom prst="line">
            <a:avLst/>
          </a:prstGeom>
          <a:noFill/>
          <a:ln w="12700">
            <a:solidFill>
              <a:srgbClr val="DCCF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5148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CONFIANÇA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544982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uma identidade consistente para transmitir cuidado e profissionalismo.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6300216"/>
            <a:ext cx="6236208" cy="1133856"/>
          </a:xfrm>
          <a:prstGeom prst="roundRect">
            <a:avLst>
              <a:gd name="adj" fmla="val 6452"/>
            </a:avLst>
          </a:prstGeom>
          <a:solidFill>
            <a:srgbClr val="F7F0E8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65013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89888" y="6501384"/>
            <a:ext cx="0" cy="713232"/>
          </a:xfrm>
          <a:prstGeom prst="line">
            <a:avLst/>
          </a:prstGeom>
          <a:noFill/>
          <a:ln w="12700">
            <a:solidFill>
              <a:srgbClr val="DCC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6446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AÇÃO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6748272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chamadas simples que levem a pessoa para o WhatsApp ou direct.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0352" y="7790688"/>
            <a:ext cx="6236208" cy="566928"/>
          </a:xfrm>
          <a:prstGeom prst="roundRect">
            <a:avLst>
              <a:gd name="adj" fmla="val 9677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786384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Objetivo: transformar atenção em conversas e conversas em agendamentos.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Takayama  •  Conteúdo para negócios de beleza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OFERTA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Pacote Conteúdo Express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1755648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semana de conteúdo pronta para publicar, com estratégia e identidade visual.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6309360" cy="1042416"/>
          </a:xfrm>
          <a:prstGeom prst="roundRect">
            <a:avLst>
              <a:gd name="adj" fmla="val 8772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862072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898648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00200" y="3118104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estáticos e carrosséis com identidade consistente.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867912"/>
            <a:ext cx="6309360" cy="1042416"/>
          </a:xfrm>
          <a:prstGeom prst="roundRect">
            <a:avLst>
              <a:gd name="adj" fmla="val 8772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4032504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06908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LEGENDAS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00200" y="4288536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Textos com linguagem clara, benefícios e chamada para ação.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5038344"/>
            <a:ext cx="6309360" cy="1042416"/>
          </a:xfrm>
          <a:prstGeom prst="roundRect">
            <a:avLst>
              <a:gd name="adj" fmla="val 8772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5202936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239512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5175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00200" y="5458968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Roteiros curtos, fáceis de gravar e pensados para gerar conexão.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6208776"/>
            <a:ext cx="6309360" cy="1042416"/>
          </a:xfrm>
          <a:prstGeom prst="roundRect">
            <a:avLst>
              <a:gd name="adj" fmla="val 8772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637336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6409944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00200" y="6345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1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00200" y="662940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Calendário simples para saber o que publicar e quando.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7589520"/>
            <a:ext cx="6309360" cy="850392"/>
          </a:xfrm>
          <a:prstGeom prst="roundRect">
            <a:avLst>
              <a:gd name="adj" fmla="val 10753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77449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VALOR DE LANÇAMENTO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15968" y="7635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R$ 147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49808" y="7973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para iniciar • 50% na entrega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Takayama  •  Conteúdo para negócios de beleza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66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PEÇA DEMONSTRATIVA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Post de posicionamento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1691640"/>
            <a:ext cx="3977640" cy="6263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CF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256032" cy="25603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8562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studioaurora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32504" y="18379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•••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2240280"/>
            <a:ext cx="3648456" cy="4965192"/>
          </a:xfrm>
          <a:prstGeom prst="rect">
            <a:avLst/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7296912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A1D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♡   ◯   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7571232"/>
            <a:ext cx="3575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demonstrativo • marca fictícia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615184" y="1920240"/>
            <a:ext cx="2194560" cy="2194560"/>
          </a:xfrm>
          <a:prstGeom prst="ellipse">
            <a:avLst/>
          </a:prstGeom>
          <a:solidFill>
            <a:srgbClr val="D98FA0">
              <a:alpha val="75000"/>
            </a:srgbClr>
          </a:solidFill>
          <a:ln w="12700">
            <a:solidFill>
              <a:srgbClr val="D98FA0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5224" y="2404872"/>
            <a:ext cx="1188720" cy="1920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14984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2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SEU MOMENTO DE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14984" y="3154680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autocuidado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começa aqui.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1014984" y="4572000"/>
            <a:ext cx="1143000" cy="0"/>
          </a:xfrm>
          <a:prstGeom prst="line">
            <a:avLst/>
          </a:prstGeom>
          <a:noFill/>
          <a:ln w="25400">
            <a:solidFill>
              <a:srgbClr val="EEC8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4984" y="478231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5E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com atenção, cuidado e respeito ao seu tempo.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14984" y="6281928"/>
            <a:ext cx="1874520" cy="457200"/>
          </a:xfrm>
          <a:prstGeom prst="roundRect">
            <a:avLst>
              <a:gd name="adj" fmla="val 12000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06424" y="6355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AGENDE PELO WHATSAPP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548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Objetivo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0" y="222199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Transmitir acolhimento e elevar a percepção de valor do atendimento.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75488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Estratégia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54880" y="4005072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Pouco texto, mensagem emocional e chamada clara para o WhatsApp.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754880" y="5440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Legenda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5779008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“Cuidar de você não precisa ser complicado. Reserve um momento para o seu autocuidado.”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Takayama  •  Conteúdo para negócios de beleza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66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PEÇA DEMONSTRATIVA 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Carrossel educativo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536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útil gera salvamentos, compartilhamentos e reforça autoridade.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395728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6A2344"/>
          </a:solidFill>
          <a:ln w="8890">
            <a:solidFill>
              <a:srgbClr val="DCC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9689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CAPA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cuidados para uma pele bem cuidada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928616"/>
            <a:ext cx="1005840" cy="0"/>
          </a:xfrm>
          <a:prstGeom prst="line">
            <a:avLst/>
          </a:prstGeom>
          <a:noFill/>
          <a:ln w="25400">
            <a:solidFill>
              <a:srgbClr val="EEC8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2395728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FFFDFC"/>
          </a:solidFill>
          <a:ln w="8890">
            <a:solidFill>
              <a:srgbClr val="DCC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59689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D98FA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PASSO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88920" y="30175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D98FA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88920" y="3749040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Remova a maquiagem antes de dormir.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88920" y="4928616"/>
            <a:ext cx="1005840" cy="0"/>
          </a:xfrm>
          <a:prstGeom prst="line">
            <a:avLst/>
          </a:prstGeom>
          <a:noFill/>
          <a:ln w="25400">
            <a:solidFill>
              <a:srgbClr val="D98F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395728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FFFDFC"/>
          </a:solidFill>
          <a:ln w="8890">
            <a:solidFill>
              <a:srgbClr val="DCC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59689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00" kern="0" dirty="0">
                <a:solidFill>
                  <a:srgbClr val="A7B8A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PASSO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30175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A7B8A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3749040"/>
            <a:ext cx="1508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Mantenha uma rotina simples de limpeza.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4928616"/>
            <a:ext cx="1005840" cy="0"/>
          </a:xfrm>
          <a:prstGeom prst="line">
            <a:avLst/>
          </a:prstGeom>
          <a:noFill/>
          <a:ln w="25400">
            <a:solidFill>
              <a:srgbClr val="A7B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705856"/>
            <a:ext cx="6080760" cy="2350008"/>
          </a:xfrm>
          <a:prstGeom prst="roundRect">
            <a:avLst>
              <a:gd name="adj" fmla="val 3891"/>
            </a:avLst>
          </a:prstGeom>
          <a:solidFill>
            <a:srgbClr val="FFFDFC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6053328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605790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9893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Formato pensado para ser salvo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634593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capa cria curiosidade; os slides seguintes entregam uma orientação prática e fácil de entender.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" y="7086600"/>
            <a:ext cx="438912" cy="438912"/>
          </a:xfrm>
          <a:prstGeom prst="ellipse">
            <a:avLst/>
          </a:prstGeom>
          <a:solidFill>
            <a:srgbClr val="A7B8A0"/>
          </a:solidFill>
          <a:ln w="12700">
            <a:solidFill>
              <a:srgbClr val="A7B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709117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7040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Fechamento recomendado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73883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“Salve este conteúdo e procure orientação profissional para uma rotina adequada à sua pele.”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Takayama  •  Conteúdo para negócios de beleza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7452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663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PEÇA DEMONSTRATIVA 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Chamada para agendamento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0352" y="1737360"/>
            <a:ext cx="6217920" cy="5047488"/>
          </a:xfrm>
          <a:prstGeom prst="roundRect">
            <a:avLst>
              <a:gd name="adj" fmla="val 2174"/>
            </a:avLst>
          </a:prstGeom>
          <a:solidFill>
            <a:srgbClr val="F7F0E8"/>
          </a:solidFill>
          <a:ln w="10160">
            <a:solidFill>
              <a:srgbClr val="DCCF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2057400"/>
            <a:ext cx="2011680" cy="2011680"/>
          </a:xfrm>
          <a:prstGeom prst="ellipse">
            <a:avLst/>
          </a:prstGeom>
          <a:solidFill>
            <a:srgbClr val="E9BFAE">
              <a:alpha val="88000"/>
            </a:srgbClr>
          </a:solidFill>
          <a:ln w="12700">
            <a:solidFill>
              <a:srgbClr val="E9BFA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0" y="4709160"/>
            <a:ext cx="1097280" cy="1097280"/>
          </a:xfrm>
          <a:prstGeom prst="ellipse">
            <a:avLst/>
          </a:prstGeom>
          <a:solidFill>
            <a:srgbClr val="EEC8CF">
              <a:alpha val="95000"/>
            </a:srgbClr>
          </a:solidFill>
          <a:ln w="12700">
            <a:solidFill>
              <a:srgbClr val="EEC8C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5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AGENDA DA SEMANA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276148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aberta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96112" y="3730752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seu horário e organize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momento só para você.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" y="4919472"/>
            <a:ext cx="2395728" cy="585216"/>
          </a:xfrm>
          <a:prstGeom prst="roundRect">
            <a:avLst>
              <a:gd name="adj" fmla="val 12500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50474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CHAME NO WHATSAPP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888" y="2286000"/>
            <a:ext cx="1261872" cy="19659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6112" y="5971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Seg • Ter • Qui • Sex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0352" y="7150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Legenda sugerida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0352" y="7516368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agenda desta semana está aberta. Entre em contato pelo WhatsApp para consultar horários, serviços disponíveis e formas de pagamento.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Takayama  •  Conteúdo para negócios de beleza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846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ROTEIRO DE REELS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Bastidores que geram confiança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70078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FDC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de aproximadamente 15 segundos • fácil de gravar com o celular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423160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5694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56032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AMBIENTE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0" y="254203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 a sala organizada.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3392424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5387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89888" y="352958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MATERIAIS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351129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Separe os itens do atendimento.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4361688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5079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89888" y="449884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PREPARO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44805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Grave detalhes das mãos preparando tudo.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0352" y="5330952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4772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89888" y="546811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PROCESSO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544982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 um detalhe sem expor o cliente.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0352" y="6300216"/>
            <a:ext cx="6236208" cy="841248"/>
          </a:xfrm>
          <a:prstGeom prst="roundRect">
            <a:avLst>
              <a:gd name="adj" fmla="val 8696"/>
            </a:avLst>
          </a:prstGeom>
          <a:solidFill>
            <a:srgbClr val="7B3150"/>
          </a:solidFill>
          <a:ln w="7620">
            <a:solidFill>
              <a:srgbClr val="9A4C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64465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89888" y="64373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FINAL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60320" y="641908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Encerre com o ambiente e o convite.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0352" y="7516368"/>
            <a:ext cx="6236208" cy="804672"/>
          </a:xfrm>
          <a:prstGeom prst="roundRect">
            <a:avLst>
              <a:gd name="adj" fmla="val 9091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76535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0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TEXTO NA TELA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7571232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“Cada detalhe é preparado para receber você.”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D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Takayama  •  Conteúdo para negócios de beleza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8D9D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846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PLANEJAMENTO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Calendário de 7 dias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60934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sequência equilibrada entre conexão, autoridade e venda.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267712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FFDFC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4048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3865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POSICIONAMENTO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16352" y="235915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Apresente sua proposta de cuidado e atendimento.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99816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2E7E1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2369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32186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EDUCATIVO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16352" y="319125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Dê uma orientação simples relacionada ao serviço.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FFDFC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40690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40507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BASTIDORES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16352" y="402336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 a preparação do ambiente ou materiais.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764024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2E7E1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90118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48828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PROVA SOCIAL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16352" y="485546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Compartilhe um depoimento autorizado.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596128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FFDFC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5733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57150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OFERTA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16352" y="56875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Divulgue agenda, condição ou serviço em destaque.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6428232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2E7E1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65653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SÁB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65471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CONEXÃO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16352" y="651967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Mostre rotina, valores ou uma pergunta ao público.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7260336"/>
            <a:ext cx="6309360" cy="758952"/>
          </a:xfrm>
          <a:prstGeom prst="roundRect">
            <a:avLst>
              <a:gd name="adj" fmla="val 7229"/>
            </a:avLst>
          </a:prstGeom>
          <a:solidFill>
            <a:srgbClr val="FFFDFC"/>
          </a:solidFill>
          <a:ln w="6350">
            <a:solidFill>
              <a:srgbClr val="DCCF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7397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DOM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737920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LEMBRETE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16352" y="735177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Reforce horários disponíveis para a próxima semana.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Takayama  •  Conteúdo para negócios de beleza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846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3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COMO FUNCIONA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Do briefing à publicação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0652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9110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BRIEFING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87168" y="18836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envia serviços, cores, referências e contato.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" y="2340864"/>
            <a:ext cx="0" cy="512064"/>
          </a:xfrm>
          <a:prstGeom prst="line">
            <a:avLst/>
          </a:prstGeom>
          <a:noFill/>
          <a:ln w="15240">
            <a:solidFill>
              <a:srgbClr val="DCC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862072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86664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2871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CRIAÇÃO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284378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conteúdo é produzido com identidade e objetivo definidos.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" y="3300984"/>
            <a:ext cx="0" cy="512064"/>
          </a:xfrm>
          <a:prstGeom prst="line">
            <a:avLst/>
          </a:prstGeom>
          <a:noFill/>
          <a:ln w="15240">
            <a:solidFill>
              <a:srgbClr val="DCC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822192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2676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38313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APROVAÇÃO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87168" y="38039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recebe a prévia e pode solicitar uma rodada de ajustes.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" y="4261104"/>
            <a:ext cx="0" cy="512064"/>
          </a:xfrm>
          <a:prstGeom prst="line">
            <a:avLst/>
          </a:prstGeom>
          <a:noFill/>
          <a:ln w="15240">
            <a:solidFill>
              <a:srgbClr val="DCCF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782312"/>
            <a:ext cx="438912" cy="438912"/>
          </a:xfrm>
          <a:prstGeom prst="ellipse">
            <a:avLst/>
          </a:prstGeom>
          <a:solidFill>
            <a:srgbClr val="EEC8CF"/>
          </a:solidFill>
          <a:ln w="12700">
            <a:solidFill>
              <a:srgbClr val="EEC8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8688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70432" y="479145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90" kern="0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ENTREGA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87168" y="476402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 editáveis, legendas e calendário organizados.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989320"/>
            <a:ext cx="6309360" cy="1993392"/>
          </a:xfrm>
          <a:prstGeom prst="roundRect">
            <a:avLst>
              <a:gd name="adj" fmla="val 5505"/>
            </a:avLst>
          </a:prstGeom>
          <a:solidFill>
            <a:srgbClr val="6A2344"/>
          </a:solidFill>
          <a:ln w="12700">
            <a:solidFill>
              <a:srgbClr val="6A23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6291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10" kern="0" dirty="0">
                <a:solidFill>
                  <a:srgbClr val="EEC8C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PACOTE CONTEÚDO EXPRESS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61996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R$ 147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04672" y="67299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artes • 6 legendas • 3 roteiros • calendário de 7 dias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7205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FDC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em até 24 horas após o briefing.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8211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1D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Vamos organizar o seu conteúdo?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743200" y="82478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A23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WhatsApp: (11) 95858-5228   •   Instagram: @victortakayama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8796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7464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Takayama  •  Conteúdo para negócios de beleza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537960" y="8759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4646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Victor Takayama | Conteúdo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- Conteúdo Express para Beleza</dc:title>
  <dc:subject>Portfólio de conteúdo para negócios de beleza</dc:subject>
  <dc:creator>OpenAI</dc:creator>
  <cp:lastModifiedBy>OpenAI</cp:lastModifiedBy>
  <cp:revision>1</cp:revision>
  <dcterms:created xsi:type="dcterms:W3CDTF">2026-07-30T20:26:42Z</dcterms:created>
  <dcterms:modified xsi:type="dcterms:W3CDTF">2026-07-30T20:26:42Z</dcterms:modified>
</cp:coreProperties>
</file>